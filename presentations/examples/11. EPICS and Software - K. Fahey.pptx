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4"/>
    <p:sldMasterId id="2147483669" r:id="rId5"/>
  </p:sldMasterIdLst>
  <p:notesMasterIdLst>
    <p:notesMasterId r:id="rId23"/>
  </p:notesMasterIdLst>
  <p:sldIdLst>
    <p:sldId id="279" r:id="rId6"/>
    <p:sldId id="258" r:id="rId7"/>
    <p:sldId id="319" r:id="rId8"/>
    <p:sldId id="308" r:id="rId9"/>
    <p:sldId id="315" r:id="rId10"/>
    <p:sldId id="331" r:id="rId11"/>
    <p:sldId id="316" r:id="rId12"/>
    <p:sldId id="321" r:id="rId13"/>
    <p:sldId id="317" r:id="rId14"/>
    <p:sldId id="318" r:id="rId15"/>
    <p:sldId id="322" r:id="rId16"/>
    <p:sldId id="327" r:id="rId17"/>
    <p:sldId id="323" r:id="rId18"/>
    <p:sldId id="333" r:id="rId19"/>
    <p:sldId id="324" r:id="rId20"/>
    <p:sldId id="325" r:id="rId21"/>
    <p:sldId id="32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AD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551D1C-F7D1-4E83-88A3-5A38A90A880D}" v="208" dt="2026-04-14T17:50:29.516"/>
    <p1510:client id="{04E22FB4-FDC4-4AED-A63B-A25BDAFA66BA}" v="15" dt="2026-04-14T18:25:29.449"/>
    <p1510:client id="{39528C3B-C5CB-405C-85DF-18DD6216F7CA}" v="88" dt="2026-04-13T19:51:58.229"/>
    <p1510:client id="{8FA8FE23-DAE9-45FA-ABE7-94B08F3E1766}" v="20" dt="2026-04-14T18:38:15.868"/>
    <p1510:client id="{B3E53B27-70CB-41E8-B158-0C2CF615CF6B}" v="93" dt="2026-04-14T18:00:15.0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hey, Kyle" userId="S::kfahey@bnl.gov::97456fc6-c34f-440a-a281-d628f5ed6389" providerId="AD" clId="Web-{509049FC-9A79-8861-94F5-C424E2E65708}"/>
    <pc:docChg chg="addSld modSld">
      <pc:chgData name="Fahey, Kyle" userId="S::kfahey@bnl.gov::97456fc6-c34f-440a-a281-d628f5ed6389" providerId="AD" clId="Web-{509049FC-9A79-8861-94F5-C424E2E65708}" dt="2026-03-25T19:41:55.801" v="468" actId="20577"/>
      <pc:docMkLst>
        <pc:docMk/>
      </pc:docMkLst>
      <pc:sldChg chg="addSp delSp modSp">
        <pc:chgData name="Fahey, Kyle" userId="S::kfahey@bnl.gov::97456fc6-c34f-440a-a281-d628f5ed6389" providerId="AD" clId="Web-{509049FC-9A79-8861-94F5-C424E2E65708}" dt="2026-03-25T15:51:37.073" v="6"/>
        <pc:sldMkLst>
          <pc:docMk/>
          <pc:sldMk cId="1123109476" sldId="258"/>
        </pc:sldMkLst>
        <pc:spChg chg="add mod">
          <ac:chgData name="Fahey, Kyle" userId="S::kfahey@bnl.gov::97456fc6-c34f-440a-a281-d628f5ed6389" providerId="AD" clId="Web-{509049FC-9A79-8861-94F5-C424E2E65708}" dt="2026-03-25T15:51:08.260" v="4" actId="20577"/>
          <ac:spMkLst>
            <pc:docMk/>
            <pc:sldMk cId="1123109476" sldId="258"/>
            <ac:spMk id="3" creationId="{2E3270C5-7773-EC5A-2338-6BC9386504B8}"/>
          </ac:spMkLst>
        </pc:spChg>
      </pc:sldChg>
      <pc:sldChg chg="modSp">
        <pc:chgData name="Fahey, Kyle" userId="S::kfahey@bnl.gov::97456fc6-c34f-440a-a281-d628f5ed6389" providerId="AD" clId="Web-{509049FC-9A79-8861-94F5-C424E2E65708}" dt="2026-03-25T15:54:39.415" v="101" actId="20577"/>
        <pc:sldMkLst>
          <pc:docMk/>
          <pc:sldMk cId="3883803996" sldId="315"/>
        </pc:sldMkLst>
        <pc:spChg chg="mod">
          <ac:chgData name="Fahey, Kyle" userId="S::kfahey@bnl.gov::97456fc6-c34f-440a-a281-d628f5ed6389" providerId="AD" clId="Web-{509049FC-9A79-8861-94F5-C424E2E65708}" dt="2026-03-25T15:54:33.915" v="100" actId="20577"/>
          <ac:spMkLst>
            <pc:docMk/>
            <pc:sldMk cId="3883803996" sldId="315"/>
            <ac:spMk id="3" creationId="{F76D71B7-8259-A3DE-C88D-45782DD58C3A}"/>
          </ac:spMkLst>
        </pc:spChg>
        <pc:spChg chg="mod">
          <ac:chgData name="Fahey, Kyle" userId="S::kfahey@bnl.gov::97456fc6-c34f-440a-a281-d628f5ed6389" providerId="AD" clId="Web-{509049FC-9A79-8861-94F5-C424E2E65708}" dt="2026-03-25T15:54:39.415" v="101" actId="20577"/>
          <ac:spMkLst>
            <pc:docMk/>
            <pc:sldMk cId="3883803996" sldId="315"/>
            <ac:spMk id="4" creationId="{3A24006B-B4CD-9E64-3DE9-D7C2DE76B7A7}"/>
          </ac:spMkLst>
        </pc:spChg>
      </pc:sldChg>
      <pc:sldChg chg="addSp modSp">
        <pc:chgData name="Fahey, Kyle" userId="S::kfahey@bnl.gov::97456fc6-c34f-440a-a281-d628f5ed6389" providerId="AD" clId="Web-{509049FC-9A79-8861-94F5-C424E2E65708}" dt="2026-03-25T15:55:46.836" v="111" actId="1076"/>
        <pc:sldMkLst>
          <pc:docMk/>
          <pc:sldMk cId="2325365726" sldId="316"/>
        </pc:sldMkLst>
        <pc:spChg chg="mod">
          <ac:chgData name="Fahey, Kyle" userId="S::kfahey@bnl.gov::97456fc6-c34f-440a-a281-d628f5ed6389" providerId="AD" clId="Web-{509049FC-9A79-8861-94F5-C424E2E65708}" dt="2026-03-25T15:55:26.055" v="105" actId="20577"/>
          <ac:spMkLst>
            <pc:docMk/>
            <pc:sldMk cId="2325365726" sldId="316"/>
            <ac:spMk id="3" creationId="{BB041C2E-041D-1E7C-94E8-8074F6942F8C}"/>
          </ac:spMkLst>
        </pc:spChg>
        <pc:spChg chg="mod">
          <ac:chgData name="Fahey, Kyle" userId="S::kfahey@bnl.gov::97456fc6-c34f-440a-a281-d628f5ed6389" providerId="AD" clId="Web-{509049FC-9A79-8861-94F5-C424E2E65708}" dt="2026-03-25T15:55:42.727" v="110" actId="20577"/>
          <ac:spMkLst>
            <pc:docMk/>
            <pc:sldMk cId="2325365726" sldId="316"/>
            <ac:spMk id="4" creationId="{02E6BBB2-4BE3-322B-5A69-2913F27CBFC4}"/>
          </ac:spMkLst>
        </pc:spChg>
        <pc:picChg chg="add mod">
          <ac:chgData name="Fahey, Kyle" userId="S::kfahey@bnl.gov::97456fc6-c34f-440a-a281-d628f5ed6389" providerId="AD" clId="Web-{509049FC-9A79-8861-94F5-C424E2E65708}" dt="2026-03-25T15:55:46.836" v="111" actId="1076"/>
          <ac:picMkLst>
            <pc:docMk/>
            <pc:sldMk cId="2325365726" sldId="316"/>
            <ac:picMk id="5" creationId="{81805BF7-1A41-6D50-9A60-500E8780F162}"/>
          </ac:picMkLst>
        </pc:picChg>
      </pc:sldChg>
      <pc:sldChg chg="addSp modSp">
        <pc:chgData name="Fahey, Kyle" userId="S::kfahey@bnl.gov::97456fc6-c34f-440a-a281-d628f5ed6389" providerId="AD" clId="Web-{509049FC-9A79-8861-94F5-C424E2E65708}" dt="2026-03-25T15:56:44.383" v="123" actId="20577"/>
        <pc:sldMkLst>
          <pc:docMk/>
          <pc:sldMk cId="3039603325" sldId="317"/>
        </pc:sldMkLst>
        <pc:spChg chg="mod">
          <ac:chgData name="Fahey, Kyle" userId="S::kfahey@bnl.gov::97456fc6-c34f-440a-a281-d628f5ed6389" providerId="AD" clId="Web-{509049FC-9A79-8861-94F5-C424E2E65708}" dt="2026-03-25T15:56:03.149" v="120" actId="20577"/>
          <ac:spMkLst>
            <pc:docMk/>
            <pc:sldMk cId="3039603325" sldId="317"/>
            <ac:spMk id="3" creationId="{F05BE3CA-01E9-0D80-2840-56191736132E}"/>
          </ac:spMkLst>
        </pc:spChg>
        <pc:spChg chg="mod">
          <ac:chgData name="Fahey, Kyle" userId="S::kfahey@bnl.gov::97456fc6-c34f-440a-a281-d628f5ed6389" providerId="AD" clId="Web-{509049FC-9A79-8861-94F5-C424E2E65708}" dt="2026-03-25T15:56:44.383" v="123" actId="20577"/>
          <ac:spMkLst>
            <pc:docMk/>
            <pc:sldMk cId="3039603325" sldId="317"/>
            <ac:spMk id="4" creationId="{0EB0DF74-007F-7BAD-8F46-CF38726BF2AB}"/>
          </ac:spMkLst>
        </pc:spChg>
        <pc:picChg chg="add">
          <ac:chgData name="Fahey, Kyle" userId="S::kfahey@bnl.gov::97456fc6-c34f-440a-a281-d628f5ed6389" providerId="AD" clId="Web-{509049FC-9A79-8861-94F5-C424E2E65708}" dt="2026-03-25T15:56:20.289" v="121"/>
          <ac:picMkLst>
            <pc:docMk/>
            <pc:sldMk cId="3039603325" sldId="317"/>
            <ac:picMk id="5" creationId="{D5D993C3-7A41-81E9-F94D-1ED6704E7F85}"/>
          </ac:picMkLst>
        </pc:picChg>
        <pc:picChg chg="add">
          <ac:chgData name="Fahey, Kyle" userId="S::kfahey@bnl.gov::97456fc6-c34f-440a-a281-d628f5ed6389" providerId="AD" clId="Web-{509049FC-9A79-8861-94F5-C424E2E65708}" dt="2026-03-25T15:56:20.289" v="121"/>
          <ac:picMkLst>
            <pc:docMk/>
            <pc:sldMk cId="3039603325" sldId="317"/>
            <ac:picMk id="6" creationId="{D556CBD3-F067-EAC9-C9D6-345C623640B2}"/>
          </ac:picMkLst>
        </pc:picChg>
        <pc:picChg chg="add">
          <ac:chgData name="Fahey, Kyle" userId="S::kfahey@bnl.gov::97456fc6-c34f-440a-a281-d628f5ed6389" providerId="AD" clId="Web-{509049FC-9A79-8861-94F5-C424E2E65708}" dt="2026-03-25T15:56:20.289" v="121"/>
          <ac:picMkLst>
            <pc:docMk/>
            <pc:sldMk cId="3039603325" sldId="317"/>
            <ac:picMk id="7" creationId="{1858A93C-27F9-BF07-1C48-15BBC8AE69C8}"/>
          </ac:picMkLst>
        </pc:picChg>
        <pc:picChg chg="add">
          <ac:chgData name="Fahey, Kyle" userId="S::kfahey@bnl.gov::97456fc6-c34f-440a-a281-d628f5ed6389" providerId="AD" clId="Web-{509049FC-9A79-8861-94F5-C424E2E65708}" dt="2026-03-25T15:56:20.289" v="121"/>
          <ac:picMkLst>
            <pc:docMk/>
            <pc:sldMk cId="3039603325" sldId="317"/>
            <ac:picMk id="8" creationId="{CD404490-B8F9-B5EE-C2FE-46E7713EE87F}"/>
          </ac:picMkLst>
        </pc:picChg>
        <pc:cxnChg chg="add">
          <ac:chgData name="Fahey, Kyle" userId="S::kfahey@bnl.gov::97456fc6-c34f-440a-a281-d628f5ed6389" providerId="AD" clId="Web-{509049FC-9A79-8861-94F5-C424E2E65708}" dt="2026-03-25T15:56:20.289" v="121"/>
          <ac:cxnSpMkLst>
            <pc:docMk/>
            <pc:sldMk cId="3039603325" sldId="317"/>
            <ac:cxnSpMk id="9" creationId="{527B0E7A-1E80-B5AD-F184-C452B5293D91}"/>
          </ac:cxnSpMkLst>
        </pc:cxnChg>
        <pc:cxnChg chg="add">
          <ac:chgData name="Fahey, Kyle" userId="S::kfahey@bnl.gov::97456fc6-c34f-440a-a281-d628f5ed6389" providerId="AD" clId="Web-{509049FC-9A79-8861-94F5-C424E2E65708}" dt="2026-03-25T15:56:20.289" v="121"/>
          <ac:cxnSpMkLst>
            <pc:docMk/>
            <pc:sldMk cId="3039603325" sldId="317"/>
            <ac:cxnSpMk id="10" creationId="{25FF081C-14E9-4458-26DC-192101F1C522}"/>
          </ac:cxnSpMkLst>
        </pc:cxnChg>
        <pc:cxnChg chg="add">
          <ac:chgData name="Fahey, Kyle" userId="S::kfahey@bnl.gov::97456fc6-c34f-440a-a281-d628f5ed6389" providerId="AD" clId="Web-{509049FC-9A79-8861-94F5-C424E2E65708}" dt="2026-03-25T15:56:34.867" v="122"/>
          <ac:cxnSpMkLst>
            <pc:docMk/>
            <pc:sldMk cId="3039603325" sldId="317"/>
            <ac:cxnSpMk id="11" creationId="{5CC9A10A-22D1-1928-3A2A-68CCEF50B7D9}"/>
          </ac:cxnSpMkLst>
        </pc:cxnChg>
      </pc:sldChg>
      <pc:sldChg chg="modSp">
        <pc:chgData name="Fahey, Kyle" userId="S::kfahey@bnl.gov::97456fc6-c34f-440a-a281-d628f5ed6389" providerId="AD" clId="Web-{509049FC-9A79-8861-94F5-C424E2E65708}" dt="2026-03-25T15:57:19.195" v="135" actId="20577"/>
        <pc:sldMkLst>
          <pc:docMk/>
          <pc:sldMk cId="2215484902" sldId="318"/>
        </pc:sldMkLst>
        <pc:spChg chg="mod">
          <ac:chgData name="Fahey, Kyle" userId="S::kfahey@bnl.gov::97456fc6-c34f-440a-a281-d628f5ed6389" providerId="AD" clId="Web-{509049FC-9A79-8861-94F5-C424E2E65708}" dt="2026-03-25T15:57:07.977" v="132" actId="20577"/>
          <ac:spMkLst>
            <pc:docMk/>
            <pc:sldMk cId="2215484902" sldId="318"/>
            <ac:spMk id="3" creationId="{F1AE0230-7C4F-1243-46D8-09509FE3839A}"/>
          </ac:spMkLst>
        </pc:spChg>
        <pc:spChg chg="mod">
          <ac:chgData name="Fahey, Kyle" userId="S::kfahey@bnl.gov::97456fc6-c34f-440a-a281-d628f5ed6389" providerId="AD" clId="Web-{509049FC-9A79-8861-94F5-C424E2E65708}" dt="2026-03-25T15:57:19.195" v="135" actId="20577"/>
          <ac:spMkLst>
            <pc:docMk/>
            <pc:sldMk cId="2215484902" sldId="318"/>
            <ac:spMk id="4" creationId="{5679ECDF-AB96-70B6-679A-84A33EA9EC2C}"/>
          </ac:spMkLst>
        </pc:spChg>
      </pc:sldChg>
      <pc:sldChg chg="modSp new">
        <pc:chgData name="Fahey, Kyle" userId="S::kfahey@bnl.gov::97456fc6-c34f-440a-a281-d628f5ed6389" providerId="AD" clId="Web-{509049FC-9A79-8861-94F5-C424E2E65708}" dt="2026-03-25T15:52:02.182" v="26" actId="20577"/>
        <pc:sldMkLst>
          <pc:docMk/>
          <pc:sldMk cId="747389807" sldId="319"/>
        </pc:sldMkLst>
        <pc:spChg chg="mod">
          <ac:chgData name="Fahey, Kyle" userId="S::kfahey@bnl.gov::97456fc6-c34f-440a-a281-d628f5ed6389" providerId="AD" clId="Web-{509049FC-9A79-8861-94F5-C424E2E65708}" dt="2026-03-25T15:51:54.885" v="25" actId="20577"/>
          <ac:spMkLst>
            <pc:docMk/>
            <pc:sldMk cId="747389807" sldId="319"/>
            <ac:spMk id="3" creationId="{A51C9180-5E3E-47FC-8548-B3AE4AF879AC}"/>
          </ac:spMkLst>
        </pc:spChg>
      </pc:sldChg>
      <pc:sldChg chg="addSp modSp new">
        <pc:chgData name="Fahey, Kyle" userId="S::kfahey@bnl.gov::97456fc6-c34f-440a-a281-d628f5ed6389" providerId="AD" clId="Web-{509049FC-9A79-8861-94F5-C424E2E65708}" dt="2026-03-25T17:47:27.348" v="406" actId="1076"/>
        <pc:sldMkLst>
          <pc:docMk/>
          <pc:sldMk cId="2773162621" sldId="321"/>
        </pc:sldMkLst>
        <pc:spChg chg="mod">
          <ac:chgData name="Fahey, Kyle" userId="S::kfahey@bnl.gov::97456fc6-c34f-440a-a281-d628f5ed6389" providerId="AD" clId="Web-{509049FC-9A79-8861-94F5-C424E2E65708}" dt="2026-03-25T15:58:19.914" v="160" actId="20577"/>
          <ac:spMkLst>
            <pc:docMk/>
            <pc:sldMk cId="2773162621" sldId="321"/>
            <ac:spMk id="3" creationId="{ED5A7A09-C3AA-C518-C36A-01B4A9287CD9}"/>
          </ac:spMkLst>
        </pc:spChg>
        <pc:spChg chg="mod">
          <ac:chgData name="Fahey, Kyle" userId="S::kfahey@bnl.gov::97456fc6-c34f-440a-a281-d628f5ed6389" providerId="AD" clId="Web-{509049FC-9A79-8861-94F5-C424E2E65708}" dt="2026-03-25T15:58:49.195" v="164" actId="20577"/>
          <ac:spMkLst>
            <pc:docMk/>
            <pc:sldMk cId="2773162621" sldId="321"/>
            <ac:spMk id="4" creationId="{2F06A3CC-4B2F-0B1C-EF96-53154F504EC3}"/>
          </ac:spMkLst>
        </pc:spChg>
        <pc:picChg chg="add mod">
          <ac:chgData name="Fahey, Kyle" userId="S::kfahey@bnl.gov::97456fc6-c34f-440a-a281-d628f5ed6389" providerId="AD" clId="Web-{509049FC-9A79-8861-94F5-C424E2E65708}" dt="2026-03-25T17:47:27.348" v="406" actId="1076"/>
          <ac:picMkLst>
            <pc:docMk/>
            <pc:sldMk cId="2773162621" sldId="321"/>
            <ac:picMk id="6" creationId="{D92C8B74-D628-14D1-9B70-71EC51521A37}"/>
          </ac:picMkLst>
        </pc:picChg>
      </pc:sldChg>
      <pc:sldChg chg="modSp new">
        <pc:chgData name="Fahey, Kyle" userId="S::kfahey@bnl.gov::97456fc6-c34f-440a-a281-d628f5ed6389" providerId="AD" clId="Web-{509049FC-9A79-8861-94F5-C424E2E65708}" dt="2026-03-25T17:01:10.312" v="172" actId="20577"/>
        <pc:sldMkLst>
          <pc:docMk/>
          <pc:sldMk cId="3428740644" sldId="322"/>
        </pc:sldMkLst>
        <pc:spChg chg="mod">
          <ac:chgData name="Fahey, Kyle" userId="S::kfahey@bnl.gov::97456fc6-c34f-440a-a281-d628f5ed6389" providerId="AD" clId="Web-{509049FC-9A79-8861-94F5-C424E2E65708}" dt="2026-03-25T17:01:10.312" v="172" actId="20577"/>
          <ac:spMkLst>
            <pc:docMk/>
            <pc:sldMk cId="3428740644" sldId="322"/>
            <ac:spMk id="3" creationId="{4F2EDD13-14CB-F79E-6C8A-B0E8DC48C06F}"/>
          </ac:spMkLst>
        </pc:spChg>
      </pc:sldChg>
      <pc:sldChg chg="addSp modSp new">
        <pc:chgData name="Fahey, Kyle" userId="S::kfahey@bnl.gov::97456fc6-c34f-440a-a281-d628f5ed6389" providerId="AD" clId="Web-{509049FC-9A79-8861-94F5-C424E2E65708}" dt="2026-03-25T19:41:55.801" v="468" actId="20577"/>
        <pc:sldMkLst>
          <pc:docMk/>
          <pc:sldMk cId="1170767587" sldId="323"/>
        </pc:sldMkLst>
        <pc:spChg chg="mod">
          <ac:chgData name="Fahey, Kyle" userId="S::kfahey@bnl.gov::97456fc6-c34f-440a-a281-d628f5ed6389" providerId="AD" clId="Web-{509049FC-9A79-8861-94F5-C424E2E65708}" dt="2026-03-25T19:41:55.801" v="468" actId="20577"/>
          <ac:spMkLst>
            <pc:docMk/>
            <pc:sldMk cId="1170767587" sldId="323"/>
            <ac:spMk id="3" creationId="{C280A61A-CFB2-2C7C-7116-57F6B6E543A8}"/>
          </ac:spMkLst>
        </pc:spChg>
        <pc:spChg chg="mod">
          <ac:chgData name="Fahey, Kyle" userId="S::kfahey@bnl.gov::97456fc6-c34f-440a-a281-d628f5ed6389" providerId="AD" clId="Web-{509049FC-9A79-8861-94F5-C424E2E65708}" dt="2026-03-25T17:04:32.399" v="318" actId="20577"/>
          <ac:spMkLst>
            <pc:docMk/>
            <pc:sldMk cId="1170767587" sldId="323"/>
            <ac:spMk id="4" creationId="{3F7D17E5-107F-CE40-65A8-96AB2C8B1B58}"/>
          </ac:spMkLst>
        </pc:spChg>
      </pc:sldChg>
      <pc:sldChg chg="modSp new">
        <pc:chgData name="Fahey, Kyle" userId="S::kfahey@bnl.gov::97456fc6-c34f-440a-a281-d628f5ed6389" providerId="AD" clId="Web-{509049FC-9A79-8861-94F5-C424E2E65708}" dt="2026-03-25T17:03:49.257" v="284" actId="20577"/>
        <pc:sldMkLst>
          <pc:docMk/>
          <pc:sldMk cId="1407981556" sldId="324"/>
        </pc:sldMkLst>
        <pc:spChg chg="mod">
          <ac:chgData name="Fahey, Kyle" userId="S::kfahey@bnl.gov::97456fc6-c34f-440a-a281-d628f5ed6389" providerId="AD" clId="Web-{509049FC-9A79-8861-94F5-C424E2E65708}" dt="2026-03-25T17:02:07.001" v="204" actId="20577"/>
          <ac:spMkLst>
            <pc:docMk/>
            <pc:sldMk cId="1407981556" sldId="324"/>
            <ac:spMk id="3" creationId="{23F238F2-6C46-D0E3-863A-A519318DCD9E}"/>
          </ac:spMkLst>
        </pc:spChg>
        <pc:spChg chg="mod">
          <ac:chgData name="Fahey, Kyle" userId="S::kfahey@bnl.gov::97456fc6-c34f-440a-a281-d628f5ed6389" providerId="AD" clId="Web-{509049FC-9A79-8861-94F5-C424E2E65708}" dt="2026-03-25T17:03:49.257" v="284" actId="20577"/>
          <ac:spMkLst>
            <pc:docMk/>
            <pc:sldMk cId="1407981556" sldId="324"/>
            <ac:spMk id="4" creationId="{04AF6446-5C3A-2309-2F60-D12E4E2AFF11}"/>
          </ac:spMkLst>
        </pc:spChg>
      </pc:sldChg>
      <pc:sldChg chg="modSp new">
        <pc:chgData name="Fahey, Kyle" userId="S::kfahey@bnl.gov::97456fc6-c34f-440a-a281-d628f5ed6389" providerId="AD" clId="Web-{509049FC-9A79-8861-94F5-C424E2E65708}" dt="2026-03-25T17:28:32.255" v="323" actId="20577"/>
        <pc:sldMkLst>
          <pc:docMk/>
          <pc:sldMk cId="4098283140" sldId="325"/>
        </pc:sldMkLst>
        <pc:spChg chg="mod">
          <ac:chgData name="Fahey, Kyle" userId="S::kfahey@bnl.gov::97456fc6-c34f-440a-a281-d628f5ed6389" providerId="AD" clId="Web-{509049FC-9A79-8861-94F5-C424E2E65708}" dt="2026-03-25T17:28:32.255" v="323" actId="20577"/>
          <ac:spMkLst>
            <pc:docMk/>
            <pc:sldMk cId="4098283140" sldId="325"/>
            <ac:spMk id="3" creationId="{E883401E-059A-798F-3245-27B069AAB73F}"/>
          </ac:spMkLst>
        </pc:spChg>
      </pc:sldChg>
      <pc:sldChg chg="modSp new">
        <pc:chgData name="Fahey, Kyle" userId="S::kfahey@bnl.gov::97456fc6-c34f-440a-a281-d628f5ed6389" providerId="AD" clId="Web-{509049FC-9A79-8861-94F5-C424E2E65708}" dt="2026-03-25T17:29:26.787" v="382" actId="20577"/>
        <pc:sldMkLst>
          <pc:docMk/>
          <pc:sldMk cId="436946344" sldId="326"/>
        </pc:sldMkLst>
        <pc:spChg chg="mod">
          <ac:chgData name="Fahey, Kyle" userId="S::kfahey@bnl.gov::97456fc6-c34f-440a-a281-d628f5ed6389" providerId="AD" clId="Web-{509049FC-9A79-8861-94F5-C424E2E65708}" dt="2026-03-25T17:28:39.302" v="326" actId="20577"/>
          <ac:spMkLst>
            <pc:docMk/>
            <pc:sldMk cId="436946344" sldId="326"/>
            <ac:spMk id="3" creationId="{3E122284-D61C-ED3E-F810-1378E928C80B}"/>
          </ac:spMkLst>
        </pc:spChg>
        <pc:spChg chg="mod">
          <ac:chgData name="Fahey, Kyle" userId="S::kfahey@bnl.gov::97456fc6-c34f-440a-a281-d628f5ed6389" providerId="AD" clId="Web-{509049FC-9A79-8861-94F5-C424E2E65708}" dt="2026-03-25T17:29:26.787" v="382" actId="20577"/>
          <ac:spMkLst>
            <pc:docMk/>
            <pc:sldMk cId="436946344" sldId="326"/>
            <ac:spMk id="4" creationId="{06C74700-4E96-C451-A80A-970A33A41DC5}"/>
          </ac:spMkLst>
        </pc:spChg>
      </pc:sldChg>
      <pc:sldChg chg="addSp modSp new">
        <pc:chgData name="Fahey, Kyle" userId="S::kfahey@bnl.gov::97456fc6-c34f-440a-a281-d628f5ed6389" providerId="AD" clId="Web-{509049FC-9A79-8861-94F5-C424E2E65708}" dt="2026-03-25T19:41:37.223" v="456" actId="20577"/>
        <pc:sldMkLst>
          <pc:docMk/>
          <pc:sldMk cId="3189240664" sldId="327"/>
        </pc:sldMkLst>
        <pc:spChg chg="mod">
          <ac:chgData name="Fahey, Kyle" userId="S::kfahey@bnl.gov::97456fc6-c34f-440a-a281-d628f5ed6389" providerId="AD" clId="Web-{509049FC-9A79-8861-94F5-C424E2E65708}" dt="2026-03-25T19:41:37.223" v="456" actId="20577"/>
          <ac:spMkLst>
            <pc:docMk/>
            <pc:sldMk cId="3189240664" sldId="327"/>
            <ac:spMk id="3" creationId="{D0F736FF-AD30-B244-1C1A-A50F498B6DCF}"/>
          </ac:spMkLst>
        </pc:spChg>
        <pc:spChg chg="mod">
          <ac:chgData name="Fahey, Kyle" userId="S::kfahey@bnl.gov::97456fc6-c34f-440a-a281-d628f5ed6389" providerId="AD" clId="Web-{509049FC-9A79-8861-94F5-C424E2E65708}" dt="2026-03-25T19:41:12.331" v="450" actId="20577"/>
          <ac:spMkLst>
            <pc:docMk/>
            <pc:sldMk cId="3189240664" sldId="327"/>
            <ac:spMk id="4" creationId="{5146AF24-E9D5-F72D-DB59-053CB3456DFD}"/>
          </ac:spMkLst>
        </pc:spChg>
        <pc:picChg chg="add mod">
          <ac:chgData name="Fahey, Kyle" userId="S::kfahey@bnl.gov::97456fc6-c34f-440a-a281-d628f5ed6389" providerId="AD" clId="Web-{509049FC-9A79-8861-94F5-C424E2E65708}" dt="2026-03-25T19:41:25.519" v="451" actId="1076"/>
          <ac:picMkLst>
            <pc:docMk/>
            <pc:sldMk cId="3189240664" sldId="327"/>
            <ac:picMk id="5" creationId="{DD7E89B7-8AA9-AE02-0E82-B88584DBF85C}"/>
          </ac:picMkLst>
        </pc:picChg>
      </pc:sldChg>
    </pc:docChg>
  </pc:docChgLst>
  <pc:docChgLst>
    <pc:chgData name="Fahey, Kyle" userId="97456fc6-c34f-440a-a281-d628f5ed6389" providerId="ADAL" clId="{44662F48-F7C5-4764-A0EF-3D67F63266DC}"/>
    <pc:docChg chg="undo custSel addSld modSld sldOrd">
      <pc:chgData name="Fahey, Kyle" userId="97456fc6-c34f-440a-a281-d628f5ed6389" providerId="ADAL" clId="{44662F48-F7C5-4764-A0EF-3D67F63266DC}" dt="2026-04-09T17:13:41.235" v="1704" actId="1076"/>
      <pc:docMkLst>
        <pc:docMk/>
      </pc:docMkLst>
      <pc:sldChg chg="addSp delSp modSp mod">
        <pc:chgData name="Fahey, Kyle" userId="97456fc6-c34f-440a-a281-d628f5ed6389" providerId="ADAL" clId="{44662F48-F7C5-4764-A0EF-3D67F63266DC}" dt="2026-03-26T17:55:01.464" v="462" actId="9405"/>
        <pc:sldMkLst>
          <pc:docMk/>
          <pc:sldMk cId="1123109476" sldId="258"/>
        </pc:sldMkLst>
        <pc:spChg chg="mod">
          <ac:chgData name="Fahey, Kyle" userId="97456fc6-c34f-440a-a281-d628f5ed6389" providerId="ADAL" clId="{44662F48-F7C5-4764-A0EF-3D67F63266DC}" dt="2026-03-26T17:51:13.796" v="460" actId="20577"/>
          <ac:spMkLst>
            <pc:docMk/>
            <pc:sldMk cId="1123109476" sldId="258"/>
            <ac:spMk id="3" creationId="{2E3270C5-7773-EC5A-2338-6BC9386504B8}"/>
          </ac:spMkLst>
        </pc:spChg>
      </pc:sldChg>
      <pc:sldChg chg="modSp mod">
        <pc:chgData name="Fahey, Kyle" userId="97456fc6-c34f-440a-a281-d628f5ed6389" providerId="ADAL" clId="{44662F48-F7C5-4764-A0EF-3D67F63266DC}" dt="2026-03-26T19:13:52.895" v="949" actId="20577"/>
        <pc:sldMkLst>
          <pc:docMk/>
          <pc:sldMk cId="3464094723" sldId="279"/>
        </pc:sldMkLst>
        <pc:spChg chg="mod">
          <ac:chgData name="Fahey, Kyle" userId="97456fc6-c34f-440a-a281-d628f5ed6389" providerId="ADAL" clId="{44662F48-F7C5-4764-A0EF-3D67F63266DC}" dt="2026-03-26T19:13:52.895" v="949" actId="20577"/>
          <ac:spMkLst>
            <pc:docMk/>
            <pc:sldMk cId="3464094723" sldId="279"/>
            <ac:spMk id="9" creationId="{87872E67-F4DB-9E7A-FE6C-424522F97257}"/>
          </ac:spMkLst>
        </pc:spChg>
      </pc:sldChg>
      <pc:sldChg chg="addSp modSp mod">
        <pc:chgData name="Fahey, Kyle" userId="97456fc6-c34f-440a-a281-d628f5ed6389" providerId="ADAL" clId="{44662F48-F7C5-4764-A0EF-3D67F63266DC}" dt="2026-04-09T17:10:07.342" v="1684" actId="113"/>
        <pc:sldMkLst>
          <pc:docMk/>
          <pc:sldMk cId="2325365726" sldId="316"/>
        </pc:sldMkLst>
        <pc:spChg chg="mod">
          <ac:chgData name="Fahey, Kyle" userId="97456fc6-c34f-440a-a281-d628f5ed6389" providerId="ADAL" clId="{44662F48-F7C5-4764-A0EF-3D67F63266DC}" dt="2026-04-09T17:10:07.342" v="1684" actId="113"/>
          <ac:spMkLst>
            <pc:docMk/>
            <pc:sldMk cId="2325365726" sldId="316"/>
            <ac:spMk id="4" creationId="{02E6BBB2-4BE3-322B-5A69-2913F27CBFC4}"/>
          </ac:spMkLst>
        </pc:spChg>
        <pc:picChg chg="mod">
          <ac:chgData name="Fahey, Kyle" userId="97456fc6-c34f-440a-a281-d628f5ed6389" providerId="ADAL" clId="{44662F48-F7C5-4764-A0EF-3D67F63266DC}" dt="2026-03-26T19:54:40.351" v="1219" actId="14100"/>
          <ac:picMkLst>
            <pc:docMk/>
            <pc:sldMk cId="2325365726" sldId="316"/>
            <ac:picMk id="5" creationId="{81805BF7-1A41-6D50-9A60-500E8780F162}"/>
          </ac:picMkLst>
        </pc:picChg>
      </pc:sldChg>
      <pc:sldChg chg="addSp modSp modNotesTx">
        <pc:chgData name="Fahey, Kyle" userId="97456fc6-c34f-440a-a281-d628f5ed6389" providerId="ADAL" clId="{44662F48-F7C5-4764-A0EF-3D67F63266DC}" dt="2026-03-26T20:10:39.502" v="1455" actId="20577"/>
        <pc:sldMkLst>
          <pc:docMk/>
          <pc:sldMk cId="3039603325" sldId="317"/>
        </pc:sldMkLst>
      </pc:sldChg>
      <pc:sldChg chg="addSp modSp mod">
        <pc:chgData name="Fahey, Kyle" userId="97456fc6-c34f-440a-a281-d628f5ed6389" providerId="ADAL" clId="{44662F48-F7C5-4764-A0EF-3D67F63266DC}" dt="2026-03-26T18:35:10.378" v="866"/>
        <pc:sldMkLst>
          <pc:docMk/>
          <pc:sldMk cId="2215484902" sldId="318"/>
        </pc:sldMkLst>
        <pc:spChg chg="mod">
          <ac:chgData name="Fahey, Kyle" userId="97456fc6-c34f-440a-a281-d628f5ed6389" providerId="ADAL" clId="{44662F48-F7C5-4764-A0EF-3D67F63266DC}" dt="2026-03-26T18:12:22.126" v="610" actId="20577"/>
          <ac:spMkLst>
            <pc:docMk/>
            <pc:sldMk cId="2215484902" sldId="318"/>
            <ac:spMk id="4" creationId="{5679ECDF-AB96-70B6-679A-84A33EA9EC2C}"/>
          </ac:spMkLst>
        </pc:spChg>
      </pc:sldChg>
      <pc:sldChg chg="addSp modSp mod modNotesTx">
        <pc:chgData name="Fahey, Kyle" userId="97456fc6-c34f-440a-a281-d628f5ed6389" providerId="ADAL" clId="{44662F48-F7C5-4764-A0EF-3D67F63266DC}" dt="2026-04-09T17:11:48.522" v="1685" actId="113"/>
        <pc:sldMkLst>
          <pc:docMk/>
          <pc:sldMk cId="2773162621" sldId="321"/>
        </pc:sldMkLst>
        <pc:spChg chg="mod">
          <ac:chgData name="Fahey, Kyle" userId="97456fc6-c34f-440a-a281-d628f5ed6389" providerId="ADAL" clId="{44662F48-F7C5-4764-A0EF-3D67F63266DC}" dt="2026-04-09T17:11:48.522" v="1685" actId="113"/>
          <ac:spMkLst>
            <pc:docMk/>
            <pc:sldMk cId="2773162621" sldId="321"/>
            <ac:spMk id="4" creationId="{2F06A3CC-4B2F-0B1C-EF96-53154F504EC3}"/>
          </ac:spMkLst>
        </pc:spChg>
      </pc:sldChg>
      <pc:sldChg chg="addSp delSp modSp mod ord">
        <pc:chgData name="Fahey, Kyle" userId="97456fc6-c34f-440a-a281-d628f5ed6389" providerId="ADAL" clId="{44662F48-F7C5-4764-A0EF-3D67F63266DC}" dt="2026-03-26T18:37:08.005" v="902" actId="14100"/>
        <pc:sldMkLst>
          <pc:docMk/>
          <pc:sldMk cId="3428740644" sldId="322"/>
        </pc:sldMkLst>
      </pc:sldChg>
      <pc:sldChg chg="addSp delSp modSp mod">
        <pc:chgData name="Fahey, Kyle" userId="97456fc6-c34f-440a-a281-d628f5ed6389" providerId="ADAL" clId="{44662F48-F7C5-4764-A0EF-3D67F63266DC}" dt="2026-04-09T17:13:41.235" v="1704" actId="1076"/>
        <pc:sldMkLst>
          <pc:docMk/>
          <pc:sldMk cId="1170767587" sldId="323"/>
        </pc:sldMkLst>
        <pc:spChg chg="mod">
          <ac:chgData name="Fahey, Kyle" userId="97456fc6-c34f-440a-a281-d628f5ed6389" providerId="ADAL" clId="{44662F48-F7C5-4764-A0EF-3D67F63266DC}" dt="2026-04-09T17:13:37.803" v="1703" actId="113"/>
          <ac:spMkLst>
            <pc:docMk/>
            <pc:sldMk cId="1170767587" sldId="323"/>
            <ac:spMk id="4" creationId="{3F7D17E5-107F-CE40-65A8-96AB2C8B1B58}"/>
          </ac:spMkLst>
        </pc:spChg>
        <pc:picChg chg="add mod">
          <ac:chgData name="Fahey, Kyle" userId="97456fc6-c34f-440a-a281-d628f5ed6389" providerId="ADAL" clId="{44662F48-F7C5-4764-A0EF-3D67F63266DC}" dt="2026-04-09T17:13:41.235" v="1704" actId="1076"/>
          <ac:picMkLst>
            <pc:docMk/>
            <pc:sldMk cId="1170767587" sldId="323"/>
            <ac:picMk id="8" creationId="{F9619FC0-EE86-E05E-2B2A-3F1E663576C0}"/>
          </ac:picMkLst>
        </pc:picChg>
      </pc:sldChg>
      <pc:sldChg chg="addSp modSp mod">
        <pc:chgData name="Fahey, Kyle" userId="97456fc6-c34f-440a-a281-d628f5ed6389" providerId="ADAL" clId="{44662F48-F7C5-4764-A0EF-3D67F63266DC}" dt="2026-03-26T19:44:45.534" v="1217" actId="20577"/>
        <pc:sldMkLst>
          <pc:docMk/>
          <pc:sldMk cId="1407981556" sldId="324"/>
        </pc:sldMkLst>
        <pc:spChg chg="mod">
          <ac:chgData name="Fahey, Kyle" userId="97456fc6-c34f-440a-a281-d628f5ed6389" providerId="ADAL" clId="{44662F48-F7C5-4764-A0EF-3D67F63266DC}" dt="2026-03-26T19:44:45.534" v="1217" actId="20577"/>
          <ac:spMkLst>
            <pc:docMk/>
            <pc:sldMk cId="1407981556" sldId="324"/>
            <ac:spMk id="4" creationId="{04AF6446-5C3A-2309-2F60-D12E4E2AFF11}"/>
          </ac:spMkLst>
        </pc:spChg>
      </pc:sldChg>
      <pc:sldChg chg="addSp modSp mod">
        <pc:chgData name="Fahey, Kyle" userId="97456fc6-c34f-440a-a281-d628f5ed6389" providerId="ADAL" clId="{44662F48-F7C5-4764-A0EF-3D67F63266DC}" dt="2026-03-26T19:59:33.441" v="1290" actId="20577"/>
        <pc:sldMkLst>
          <pc:docMk/>
          <pc:sldMk cId="4098283140" sldId="325"/>
        </pc:sldMkLst>
        <pc:spChg chg="mod">
          <ac:chgData name="Fahey, Kyle" userId="97456fc6-c34f-440a-a281-d628f5ed6389" providerId="ADAL" clId="{44662F48-F7C5-4764-A0EF-3D67F63266DC}" dt="2026-03-26T19:41:35.292" v="1058" actId="20577"/>
          <ac:spMkLst>
            <pc:docMk/>
            <pc:sldMk cId="4098283140" sldId="325"/>
            <ac:spMk id="3" creationId="{E883401E-059A-798F-3245-27B069AAB73F}"/>
          </ac:spMkLst>
        </pc:spChg>
        <pc:spChg chg="mod">
          <ac:chgData name="Fahey, Kyle" userId="97456fc6-c34f-440a-a281-d628f5ed6389" providerId="ADAL" clId="{44662F48-F7C5-4764-A0EF-3D67F63266DC}" dt="2026-03-26T19:59:33.441" v="1290" actId="20577"/>
          <ac:spMkLst>
            <pc:docMk/>
            <pc:sldMk cId="4098283140" sldId="325"/>
            <ac:spMk id="4" creationId="{F12468AD-6F85-DE0D-4FFA-3539FE5EE62A}"/>
          </ac:spMkLst>
        </pc:spChg>
      </pc:sldChg>
      <pc:sldChg chg="modSp mod">
        <pc:chgData name="Fahey, Kyle" userId="97456fc6-c34f-440a-a281-d628f5ed6389" providerId="ADAL" clId="{44662F48-F7C5-4764-A0EF-3D67F63266DC}" dt="2026-03-26T20:03:58.247" v="1440" actId="20577"/>
        <pc:sldMkLst>
          <pc:docMk/>
          <pc:sldMk cId="436946344" sldId="326"/>
        </pc:sldMkLst>
        <pc:spChg chg="mod">
          <ac:chgData name="Fahey, Kyle" userId="97456fc6-c34f-440a-a281-d628f5ed6389" providerId="ADAL" clId="{44662F48-F7C5-4764-A0EF-3D67F63266DC}" dt="2026-03-26T20:02:00.322" v="1294" actId="20577"/>
          <ac:spMkLst>
            <pc:docMk/>
            <pc:sldMk cId="436946344" sldId="326"/>
            <ac:spMk id="3" creationId="{3E122284-D61C-ED3E-F810-1378E928C80B}"/>
          </ac:spMkLst>
        </pc:spChg>
        <pc:spChg chg="mod">
          <ac:chgData name="Fahey, Kyle" userId="97456fc6-c34f-440a-a281-d628f5ed6389" providerId="ADAL" clId="{44662F48-F7C5-4764-A0EF-3D67F63266DC}" dt="2026-03-26T20:03:58.247" v="1440" actId="20577"/>
          <ac:spMkLst>
            <pc:docMk/>
            <pc:sldMk cId="436946344" sldId="326"/>
            <ac:spMk id="4" creationId="{06C74700-4E96-C451-A80A-970A33A41DC5}"/>
          </ac:spMkLst>
        </pc:spChg>
      </pc:sldChg>
      <pc:sldChg chg="addSp modSp mod modNotesTx">
        <pc:chgData name="Fahey, Kyle" userId="97456fc6-c34f-440a-a281-d628f5ed6389" providerId="ADAL" clId="{44662F48-F7C5-4764-A0EF-3D67F63266DC}" dt="2026-04-09T17:12:30.230" v="1686" actId="113"/>
        <pc:sldMkLst>
          <pc:docMk/>
          <pc:sldMk cId="3189240664" sldId="327"/>
        </pc:sldMkLst>
        <pc:spChg chg="mod">
          <ac:chgData name="Fahey, Kyle" userId="97456fc6-c34f-440a-a281-d628f5ed6389" providerId="ADAL" clId="{44662F48-F7C5-4764-A0EF-3D67F63266DC}" dt="2026-03-26T18:33:05.280" v="846" actId="20577"/>
          <ac:spMkLst>
            <pc:docMk/>
            <pc:sldMk cId="3189240664" sldId="327"/>
            <ac:spMk id="3" creationId="{D0F736FF-AD30-B244-1C1A-A50F498B6DCF}"/>
          </ac:spMkLst>
        </pc:spChg>
        <pc:spChg chg="mod">
          <ac:chgData name="Fahey, Kyle" userId="97456fc6-c34f-440a-a281-d628f5ed6389" providerId="ADAL" clId="{44662F48-F7C5-4764-A0EF-3D67F63266DC}" dt="2026-04-09T17:12:30.230" v="1686" actId="113"/>
          <ac:spMkLst>
            <pc:docMk/>
            <pc:sldMk cId="3189240664" sldId="327"/>
            <ac:spMk id="4" creationId="{5146AF24-E9D5-F72D-DB59-053CB3456DFD}"/>
          </ac:spMkLst>
        </pc:spChg>
      </pc:sldChg>
      <pc:sldChg chg="addSp modSp mod">
        <pc:chgData name="Fahey, Kyle" userId="97456fc6-c34f-440a-a281-d628f5ed6389" providerId="ADAL" clId="{44662F48-F7C5-4764-A0EF-3D67F63266DC}" dt="2026-04-09T17:07:49.065" v="1683" actId="14100"/>
        <pc:sldMkLst>
          <pc:docMk/>
          <pc:sldMk cId="268205710" sldId="331"/>
        </pc:sldMkLst>
        <pc:spChg chg="mod">
          <ac:chgData name="Fahey, Kyle" userId="97456fc6-c34f-440a-a281-d628f5ed6389" providerId="ADAL" clId="{44662F48-F7C5-4764-A0EF-3D67F63266DC}" dt="2026-04-09T17:05:18.097" v="1588" actId="1076"/>
          <ac:spMkLst>
            <pc:docMk/>
            <pc:sldMk cId="268205710" sldId="331"/>
            <ac:spMk id="10" creationId="{5B7D227D-05C7-EF5B-6B50-2479E2658EEF}"/>
          </ac:spMkLst>
        </pc:spChg>
        <pc:spChg chg="mod">
          <ac:chgData name="Fahey, Kyle" userId="97456fc6-c34f-440a-a281-d628f5ed6389" providerId="ADAL" clId="{44662F48-F7C5-4764-A0EF-3D67F63266DC}" dt="2026-04-09T17:04:44.394" v="1583" actId="1076"/>
          <ac:spMkLst>
            <pc:docMk/>
            <pc:sldMk cId="268205710" sldId="331"/>
            <ac:spMk id="13" creationId="{8FAA5CD9-5D14-16C0-6495-F38D0419CB64}"/>
          </ac:spMkLst>
        </pc:spChg>
        <pc:spChg chg="add mod">
          <ac:chgData name="Fahey, Kyle" userId="97456fc6-c34f-440a-a281-d628f5ed6389" providerId="ADAL" clId="{44662F48-F7C5-4764-A0EF-3D67F63266DC}" dt="2026-04-09T17:07:28.001" v="1678" actId="1076"/>
          <ac:spMkLst>
            <pc:docMk/>
            <pc:sldMk cId="268205710" sldId="331"/>
            <ac:spMk id="21" creationId="{79177006-3C4C-91BC-CAC1-EFB756C635E8}"/>
          </ac:spMkLst>
        </pc:spChg>
        <pc:picChg chg="mod">
          <ac:chgData name="Fahey, Kyle" userId="97456fc6-c34f-440a-a281-d628f5ed6389" providerId="ADAL" clId="{44662F48-F7C5-4764-A0EF-3D67F63266DC}" dt="2026-04-09T17:05:01.138" v="1586" actId="1076"/>
          <ac:picMkLst>
            <pc:docMk/>
            <pc:sldMk cId="268205710" sldId="331"/>
            <ac:picMk id="5" creationId="{C6B9503E-2D47-7F5A-5F3A-900D8C67FA0C}"/>
          </ac:picMkLst>
        </pc:picChg>
        <pc:cxnChg chg="mod">
          <ac:chgData name="Fahey, Kyle" userId="97456fc6-c34f-440a-a281-d628f5ed6389" providerId="ADAL" clId="{44662F48-F7C5-4764-A0EF-3D67F63266DC}" dt="2026-04-09T17:05:24.850" v="1589" actId="14100"/>
          <ac:cxnSpMkLst>
            <pc:docMk/>
            <pc:sldMk cId="268205710" sldId="331"/>
            <ac:cxnSpMk id="14" creationId="{A4679C8A-A05F-2570-6E37-D6642F8FF50A}"/>
          </ac:cxnSpMkLst>
        </pc:cxnChg>
        <pc:cxnChg chg="mod">
          <ac:chgData name="Fahey, Kyle" userId="97456fc6-c34f-440a-a281-d628f5ed6389" providerId="ADAL" clId="{44662F48-F7C5-4764-A0EF-3D67F63266DC}" dt="2026-04-09T17:04:53.474" v="1584" actId="14100"/>
          <ac:cxnSpMkLst>
            <pc:docMk/>
            <pc:sldMk cId="268205710" sldId="331"/>
            <ac:cxnSpMk id="15" creationId="{3E1D38DF-578C-2530-045E-6A44643DDF05}"/>
          </ac:cxnSpMkLst>
        </pc:cxnChg>
        <pc:cxnChg chg="mod">
          <ac:chgData name="Fahey, Kyle" userId="97456fc6-c34f-440a-a281-d628f5ed6389" providerId="ADAL" clId="{44662F48-F7C5-4764-A0EF-3D67F63266DC}" dt="2026-04-09T17:05:06.178" v="1587" actId="14100"/>
          <ac:cxnSpMkLst>
            <pc:docMk/>
            <pc:sldMk cId="268205710" sldId="331"/>
            <ac:cxnSpMk id="16" creationId="{3F5CC994-DBCA-2FE3-507C-5083FC6ADA93}"/>
          </ac:cxnSpMkLst>
        </pc:cxnChg>
        <pc:cxnChg chg="add mod">
          <ac:chgData name="Fahey, Kyle" userId="97456fc6-c34f-440a-a281-d628f5ed6389" providerId="ADAL" clId="{44662F48-F7C5-4764-A0EF-3D67F63266DC}" dt="2026-04-09T17:07:49.065" v="1683" actId="14100"/>
          <ac:cxnSpMkLst>
            <pc:docMk/>
            <pc:sldMk cId="268205710" sldId="331"/>
            <ac:cxnSpMk id="22" creationId="{96B0BF2D-C405-8788-3623-54EEB32379BA}"/>
          </ac:cxnSpMkLst>
        </pc:cxnChg>
        <pc:cxnChg chg="add mod">
          <ac:chgData name="Fahey, Kyle" userId="97456fc6-c34f-440a-a281-d628f5ed6389" providerId="ADAL" clId="{44662F48-F7C5-4764-A0EF-3D67F63266DC}" dt="2026-04-09T17:07:40.514" v="1682" actId="14100"/>
          <ac:cxnSpMkLst>
            <pc:docMk/>
            <pc:sldMk cId="268205710" sldId="331"/>
            <ac:cxnSpMk id="25" creationId="{53A51935-441A-35F4-B29D-DACFAD73FB4D}"/>
          </ac:cxnSpMkLst>
        </pc:cxnChg>
      </pc:sldChg>
    </pc:docChg>
  </pc:docChgLst>
  <pc:docChgLst>
    <pc:chgData name="Narayan, Geetha" userId="96d071fb-7f4b-43d4-a677-7b6e889b6633" providerId="ADAL" clId="{0DF3ADA4-68F3-4C7F-8F06-0D36C1BC0697}"/>
    <pc:docChg chg="undo custSel delSld modSld sldOrd">
      <pc:chgData name="Narayan, Geetha" userId="96d071fb-7f4b-43d4-a677-7b6e889b6633" providerId="ADAL" clId="{0DF3ADA4-68F3-4C7F-8F06-0D36C1BC0697}" dt="2026-04-14T18:25:29.449" v="151" actId="14734"/>
      <pc:docMkLst>
        <pc:docMk/>
      </pc:docMkLst>
      <pc:sldChg chg="modSp mod">
        <pc:chgData name="Narayan, Geetha" userId="96d071fb-7f4b-43d4-a677-7b6e889b6633" providerId="ADAL" clId="{0DF3ADA4-68F3-4C7F-8F06-0D36C1BC0697}" dt="2026-04-14T17:11:59.349" v="3" actId="20577"/>
        <pc:sldMkLst>
          <pc:docMk/>
          <pc:sldMk cId="2325365726" sldId="316"/>
        </pc:sldMkLst>
        <pc:spChg chg="mod">
          <ac:chgData name="Narayan, Geetha" userId="96d071fb-7f4b-43d4-a677-7b6e889b6633" providerId="ADAL" clId="{0DF3ADA4-68F3-4C7F-8F06-0D36C1BC0697}" dt="2026-04-14T17:11:59.349" v="3" actId="20577"/>
          <ac:spMkLst>
            <pc:docMk/>
            <pc:sldMk cId="2325365726" sldId="316"/>
            <ac:spMk id="4" creationId="{02E6BBB2-4BE3-322B-5A69-2913F27CBFC4}"/>
          </ac:spMkLst>
        </pc:spChg>
        <pc:spChg chg="mod">
          <ac:chgData name="Narayan, Geetha" userId="96d071fb-7f4b-43d4-a677-7b6e889b6633" providerId="ADAL" clId="{0DF3ADA4-68F3-4C7F-8F06-0D36C1BC0697}" dt="2026-04-14T17:05:16.148" v="1" actId="13926"/>
          <ac:spMkLst>
            <pc:docMk/>
            <pc:sldMk cId="2325365726" sldId="316"/>
            <ac:spMk id="8" creationId="{F3B2532F-FC4B-3037-3057-4619B9529940}"/>
          </ac:spMkLst>
        </pc:spChg>
      </pc:sldChg>
      <pc:sldChg chg="modSp mod">
        <pc:chgData name="Narayan, Geetha" userId="96d071fb-7f4b-43d4-a677-7b6e889b6633" providerId="ADAL" clId="{0DF3ADA4-68F3-4C7F-8F06-0D36C1BC0697}" dt="2026-04-14T18:25:29.449" v="151" actId="14734"/>
        <pc:sldMkLst>
          <pc:docMk/>
          <pc:sldMk cId="747389807" sldId="319"/>
        </pc:sldMkLst>
        <pc:graphicFrameChg chg="modGraphic">
          <ac:chgData name="Narayan, Geetha" userId="96d071fb-7f4b-43d4-a677-7b6e889b6633" providerId="ADAL" clId="{0DF3ADA4-68F3-4C7F-8F06-0D36C1BC0697}" dt="2026-04-14T18:25:24.416" v="150" actId="14734"/>
          <ac:graphicFrameMkLst>
            <pc:docMk/>
            <pc:sldMk cId="747389807" sldId="319"/>
            <ac:graphicFrameMk id="5" creationId="{C38A0DA8-36DC-9437-DB0F-CFE33A802BE2}"/>
          </ac:graphicFrameMkLst>
        </pc:graphicFrameChg>
        <pc:graphicFrameChg chg="modGraphic">
          <ac:chgData name="Narayan, Geetha" userId="96d071fb-7f4b-43d4-a677-7b6e889b6633" providerId="ADAL" clId="{0DF3ADA4-68F3-4C7F-8F06-0D36C1BC0697}" dt="2026-04-14T18:25:29.449" v="151" actId="14734"/>
          <ac:graphicFrameMkLst>
            <pc:docMk/>
            <pc:sldMk cId="747389807" sldId="319"/>
            <ac:graphicFrameMk id="10" creationId="{D89E6F3A-CB5F-5D9B-8EDA-6FEF6AE5D391}"/>
          </ac:graphicFrameMkLst>
        </pc:graphicFrameChg>
      </pc:sldChg>
      <pc:sldChg chg="modSp mod">
        <pc:chgData name="Narayan, Geetha" userId="96d071fb-7f4b-43d4-a677-7b6e889b6633" providerId="ADAL" clId="{0DF3ADA4-68F3-4C7F-8F06-0D36C1BC0697}" dt="2026-04-14T17:12:32.527" v="4" actId="13926"/>
        <pc:sldMkLst>
          <pc:docMk/>
          <pc:sldMk cId="2773162621" sldId="321"/>
        </pc:sldMkLst>
        <pc:spChg chg="mod">
          <ac:chgData name="Narayan, Geetha" userId="96d071fb-7f4b-43d4-a677-7b6e889b6633" providerId="ADAL" clId="{0DF3ADA4-68F3-4C7F-8F06-0D36C1BC0697}" dt="2026-04-14T17:12:32.527" v="4" actId="13926"/>
          <ac:spMkLst>
            <pc:docMk/>
            <pc:sldMk cId="2773162621" sldId="321"/>
            <ac:spMk id="5" creationId="{2332FCE9-2E7B-EFD2-D472-B2A1D5723D31}"/>
          </ac:spMkLst>
        </pc:spChg>
      </pc:sldChg>
      <pc:sldChg chg="ord">
        <pc:chgData name="Narayan, Geetha" userId="96d071fb-7f4b-43d4-a677-7b6e889b6633" providerId="ADAL" clId="{0DF3ADA4-68F3-4C7F-8F06-0D36C1BC0697}" dt="2026-04-14T17:31:27.348" v="25"/>
        <pc:sldMkLst>
          <pc:docMk/>
          <pc:sldMk cId="3428740644" sldId="322"/>
        </pc:sldMkLst>
      </pc:sldChg>
      <pc:sldChg chg="modSp mod">
        <pc:chgData name="Narayan, Geetha" userId="96d071fb-7f4b-43d4-a677-7b6e889b6633" providerId="ADAL" clId="{0DF3ADA4-68F3-4C7F-8F06-0D36C1BC0697}" dt="2026-04-14T17:54:20.604" v="96" actId="13926"/>
        <pc:sldMkLst>
          <pc:docMk/>
          <pc:sldMk cId="1407981556" sldId="324"/>
        </pc:sldMkLst>
        <pc:spChg chg="mod">
          <ac:chgData name="Narayan, Geetha" userId="96d071fb-7f4b-43d4-a677-7b6e889b6633" providerId="ADAL" clId="{0DF3ADA4-68F3-4C7F-8F06-0D36C1BC0697}" dt="2026-04-14T17:54:07.043" v="95" actId="33524"/>
          <ac:spMkLst>
            <pc:docMk/>
            <pc:sldMk cId="1407981556" sldId="324"/>
            <ac:spMk id="4" creationId="{04AF6446-5C3A-2309-2F60-D12E4E2AFF11}"/>
          </ac:spMkLst>
        </pc:spChg>
        <pc:spChg chg="mod">
          <ac:chgData name="Narayan, Geetha" userId="96d071fb-7f4b-43d4-a677-7b6e889b6633" providerId="ADAL" clId="{0DF3ADA4-68F3-4C7F-8F06-0D36C1BC0697}" dt="2026-04-14T17:54:20.604" v="96" actId="13926"/>
          <ac:spMkLst>
            <pc:docMk/>
            <pc:sldMk cId="1407981556" sldId="324"/>
            <ac:spMk id="5" creationId="{551CEC82-512D-79C5-2CDA-7E22F3C6B0F2}"/>
          </ac:spMkLst>
        </pc:spChg>
      </pc:sldChg>
      <pc:sldChg chg="modSp mod">
        <pc:chgData name="Narayan, Geetha" userId="96d071fb-7f4b-43d4-a677-7b6e889b6633" providerId="ADAL" clId="{0DF3ADA4-68F3-4C7F-8F06-0D36C1BC0697}" dt="2026-04-14T17:53:02.510" v="94" actId="20577"/>
        <pc:sldMkLst>
          <pc:docMk/>
          <pc:sldMk cId="436946344" sldId="326"/>
        </pc:sldMkLst>
        <pc:spChg chg="mod">
          <ac:chgData name="Narayan, Geetha" userId="96d071fb-7f4b-43d4-a677-7b6e889b6633" providerId="ADAL" clId="{0DF3ADA4-68F3-4C7F-8F06-0D36C1BC0697}" dt="2026-04-14T17:53:02.510" v="94" actId="20577"/>
          <ac:spMkLst>
            <pc:docMk/>
            <pc:sldMk cId="436946344" sldId="326"/>
            <ac:spMk id="3" creationId="{3E122284-D61C-ED3E-F810-1378E928C80B}"/>
          </ac:spMkLst>
        </pc:spChg>
      </pc:sldChg>
      <pc:sldChg chg="modSp mod">
        <pc:chgData name="Narayan, Geetha" userId="96d071fb-7f4b-43d4-a677-7b6e889b6633" providerId="ADAL" clId="{0DF3ADA4-68F3-4C7F-8F06-0D36C1BC0697}" dt="2026-04-14T17:23:29.173" v="20" actId="20577"/>
        <pc:sldMkLst>
          <pc:docMk/>
          <pc:sldMk cId="3189240664" sldId="327"/>
        </pc:sldMkLst>
        <pc:spChg chg="mod">
          <ac:chgData name="Narayan, Geetha" userId="96d071fb-7f4b-43d4-a677-7b6e889b6633" providerId="ADAL" clId="{0DF3ADA4-68F3-4C7F-8F06-0D36C1BC0697}" dt="2026-04-14T17:23:29.173" v="20" actId="20577"/>
          <ac:spMkLst>
            <pc:docMk/>
            <pc:sldMk cId="3189240664" sldId="327"/>
            <ac:spMk id="4" creationId="{5146AF24-E9D5-F72D-DB59-053CB3456DFD}"/>
          </ac:spMkLst>
        </pc:spChg>
      </pc:sldChg>
      <pc:sldChg chg="delSp mod">
        <pc:chgData name="Narayan, Geetha" userId="96d071fb-7f4b-43d4-a677-7b6e889b6633" providerId="ADAL" clId="{0DF3ADA4-68F3-4C7F-8F06-0D36C1BC0697}" dt="2026-04-14T17:04:44.440" v="0" actId="478"/>
        <pc:sldMkLst>
          <pc:docMk/>
          <pc:sldMk cId="268205710" sldId="331"/>
        </pc:sldMkLst>
        <pc:spChg chg="del">
          <ac:chgData name="Narayan, Geetha" userId="96d071fb-7f4b-43d4-a677-7b6e889b6633" providerId="ADAL" clId="{0DF3ADA4-68F3-4C7F-8F06-0D36C1BC0697}" dt="2026-04-14T17:04:44.440" v="0" actId="478"/>
          <ac:spMkLst>
            <pc:docMk/>
            <pc:sldMk cId="268205710" sldId="331"/>
            <ac:spMk id="17" creationId="{3F5A4E46-954E-0F06-FE4E-6B64E70C7CD1}"/>
          </ac:spMkLst>
        </pc:spChg>
      </pc:sldChg>
      <pc:sldChg chg="del">
        <pc:chgData name="Narayan, Geetha" userId="96d071fb-7f4b-43d4-a677-7b6e889b6633" providerId="ADAL" clId="{0DF3ADA4-68F3-4C7F-8F06-0D36C1BC0697}" dt="2026-04-14T17:39:18.526" v="84" actId="2696"/>
        <pc:sldMkLst>
          <pc:docMk/>
          <pc:sldMk cId="341491498" sldId="332"/>
        </pc:sldMkLst>
      </pc:sldChg>
      <pc:sldChg chg="addSp modSp mod">
        <pc:chgData name="Narayan, Geetha" userId="96d071fb-7f4b-43d4-a677-7b6e889b6633" providerId="ADAL" clId="{0DF3ADA4-68F3-4C7F-8F06-0D36C1BC0697}" dt="2026-04-14T18:09:32.440" v="136" actId="20577"/>
        <pc:sldMkLst>
          <pc:docMk/>
          <pc:sldMk cId="2701246199" sldId="333"/>
        </pc:sldMkLst>
        <pc:spChg chg="mod">
          <ac:chgData name="Narayan, Geetha" userId="96d071fb-7f4b-43d4-a677-7b6e889b6633" providerId="ADAL" clId="{0DF3ADA4-68F3-4C7F-8F06-0D36C1BC0697}" dt="2026-04-14T18:09:32.440" v="136" actId="20577"/>
          <ac:spMkLst>
            <pc:docMk/>
            <pc:sldMk cId="2701246199" sldId="333"/>
            <ac:spMk id="4" creationId="{13B481A3-830D-A694-581A-96DA48B4AD05}"/>
          </ac:spMkLst>
        </pc:spChg>
        <pc:spChg chg="add mod">
          <ac:chgData name="Narayan, Geetha" userId="96d071fb-7f4b-43d4-a677-7b6e889b6633" providerId="ADAL" clId="{0DF3ADA4-68F3-4C7F-8F06-0D36C1BC0697}" dt="2026-04-14T17:33:10.133" v="83" actId="113"/>
          <ac:spMkLst>
            <pc:docMk/>
            <pc:sldMk cId="2701246199" sldId="333"/>
            <ac:spMk id="5" creationId="{3623240A-E156-D2B0-4066-268AD3B4669E}"/>
          </ac:spMkLst>
        </pc:spChg>
        <pc:spChg chg="mod">
          <ac:chgData name="Narayan, Geetha" userId="96d071fb-7f4b-43d4-a677-7b6e889b6633" providerId="ADAL" clId="{0DF3ADA4-68F3-4C7F-8F06-0D36C1BC0697}" dt="2026-04-14T17:47:48.541" v="85" actId="113"/>
          <ac:spMkLst>
            <pc:docMk/>
            <pc:sldMk cId="2701246199" sldId="333"/>
            <ac:spMk id="17" creationId="{13C0CBD4-06E0-83B3-9B80-9C5DB578C523}"/>
          </ac:spMkLst>
        </pc:spChg>
        <pc:spChg chg="mod">
          <ac:chgData name="Narayan, Geetha" userId="96d071fb-7f4b-43d4-a677-7b6e889b6633" providerId="ADAL" clId="{0DF3ADA4-68F3-4C7F-8F06-0D36C1BC0697}" dt="2026-04-14T17:47:53.413" v="86" actId="113"/>
          <ac:spMkLst>
            <pc:docMk/>
            <pc:sldMk cId="2701246199" sldId="333"/>
            <ac:spMk id="18" creationId="{575B6C29-2045-34F1-023D-38188EB809BC}"/>
          </ac:spMkLst>
        </pc:spChg>
        <pc:spChg chg="mod">
          <ac:chgData name="Narayan, Geetha" userId="96d071fb-7f4b-43d4-a677-7b6e889b6633" providerId="ADAL" clId="{0DF3ADA4-68F3-4C7F-8F06-0D36C1BC0697}" dt="2026-04-14T17:47:58.721" v="87" actId="113"/>
          <ac:spMkLst>
            <pc:docMk/>
            <pc:sldMk cId="2701246199" sldId="333"/>
            <ac:spMk id="19" creationId="{381315AE-8BE0-78D1-0312-A264F13C2F03}"/>
          </ac:spMkLst>
        </pc:spChg>
        <pc:spChg chg="mod">
          <ac:chgData name="Narayan, Geetha" userId="96d071fb-7f4b-43d4-a677-7b6e889b6633" providerId="ADAL" clId="{0DF3ADA4-68F3-4C7F-8F06-0D36C1BC0697}" dt="2026-04-14T17:48:02.701" v="88" actId="113"/>
          <ac:spMkLst>
            <pc:docMk/>
            <pc:sldMk cId="2701246199" sldId="333"/>
            <ac:spMk id="20" creationId="{AEEE99BC-0997-129B-2848-F6FDBBB32BEA}"/>
          </ac:spMkLst>
        </pc:spChg>
        <pc:spChg chg="mod">
          <ac:chgData name="Narayan, Geetha" userId="96d071fb-7f4b-43d4-a677-7b6e889b6633" providerId="ADAL" clId="{0DF3ADA4-68F3-4C7F-8F06-0D36C1BC0697}" dt="2026-04-14T17:48:19.507" v="91" actId="1076"/>
          <ac:spMkLst>
            <pc:docMk/>
            <pc:sldMk cId="2701246199" sldId="333"/>
            <ac:spMk id="21" creationId="{0E8EE940-F904-D85A-858D-753289BBF671}"/>
          </ac:spMkLst>
        </pc:spChg>
      </pc:sldChg>
    </pc:docChg>
  </pc:docChgLst>
  <pc:docChgLst>
    <pc:chgData name="Fahey, Kyle" userId="S::kfahey@bnl.gov::97456fc6-c34f-440a-a281-d628f5ed6389" providerId="AD" clId="Web-{E184FAED-5955-D1F0-7028-6FD1F17329EE}"/>
    <pc:docChg chg="modSld">
      <pc:chgData name="Fahey, Kyle" userId="S::kfahey@bnl.gov::97456fc6-c34f-440a-a281-d628f5ed6389" providerId="AD" clId="Web-{E184FAED-5955-D1F0-7028-6FD1F17329EE}" dt="2026-04-09T19:45:08.152" v="36" actId="20577"/>
      <pc:docMkLst>
        <pc:docMk/>
      </pc:docMkLst>
      <pc:sldChg chg="modSp">
        <pc:chgData name="Fahey, Kyle" userId="S::kfahey@bnl.gov::97456fc6-c34f-440a-a281-d628f5ed6389" providerId="AD" clId="Web-{E184FAED-5955-D1F0-7028-6FD1F17329EE}" dt="2026-04-09T19:42:04.949" v="11" actId="20577"/>
        <pc:sldMkLst>
          <pc:docMk/>
          <pc:sldMk cId="3039603325" sldId="317"/>
        </pc:sldMkLst>
        <pc:spChg chg="mod">
          <ac:chgData name="Fahey, Kyle" userId="S::kfahey@bnl.gov::97456fc6-c34f-440a-a281-d628f5ed6389" providerId="AD" clId="Web-{E184FAED-5955-D1F0-7028-6FD1F17329EE}" dt="2026-04-09T19:42:04.949" v="11" actId="20577"/>
          <ac:spMkLst>
            <pc:docMk/>
            <pc:sldMk cId="3039603325" sldId="317"/>
            <ac:spMk id="4" creationId="{0EB0DF74-007F-7BAD-8F46-CF38726BF2AB}"/>
          </ac:spMkLst>
        </pc:spChg>
      </pc:sldChg>
      <pc:sldChg chg="modSp">
        <pc:chgData name="Fahey, Kyle" userId="S::kfahey@bnl.gov::97456fc6-c34f-440a-a281-d628f5ed6389" providerId="AD" clId="Web-{E184FAED-5955-D1F0-7028-6FD1F17329EE}" dt="2026-04-09T19:42:56.168" v="33" actId="20577"/>
        <pc:sldMkLst>
          <pc:docMk/>
          <pc:sldMk cId="2773162621" sldId="321"/>
        </pc:sldMkLst>
        <pc:spChg chg="mod">
          <ac:chgData name="Fahey, Kyle" userId="S::kfahey@bnl.gov::97456fc6-c34f-440a-a281-d628f5ed6389" providerId="AD" clId="Web-{E184FAED-5955-D1F0-7028-6FD1F17329EE}" dt="2026-04-09T19:42:56.168" v="33" actId="20577"/>
          <ac:spMkLst>
            <pc:docMk/>
            <pc:sldMk cId="2773162621" sldId="321"/>
            <ac:spMk id="4" creationId="{2F06A3CC-4B2F-0B1C-EF96-53154F504EC3}"/>
          </ac:spMkLst>
        </pc:spChg>
      </pc:sldChg>
    </pc:docChg>
  </pc:docChgLst>
  <pc:docChgLst>
    <pc:chgData name="Fahey, Kyle" userId="S::kfahey@bnl.gov::97456fc6-c34f-440a-a281-d628f5ed6389" providerId="AD" clId="Web-{2840AFB0-E907-C9E9-3D92-225C13E15E04}"/>
    <pc:docChg chg="addSld modSld sldOrd">
      <pc:chgData name="Fahey, Kyle" userId="S::kfahey@bnl.gov::97456fc6-c34f-440a-a281-d628f5ed6389" providerId="AD" clId="Web-{2840AFB0-E907-C9E9-3D92-225C13E15E04}" dt="2026-04-10T15:54:35.547" v="645" actId="1076"/>
      <pc:docMkLst>
        <pc:docMk/>
      </pc:docMkLst>
      <pc:sldChg chg="modSp">
        <pc:chgData name="Fahey, Kyle" userId="S::kfahey@bnl.gov::97456fc6-c34f-440a-a281-d628f5ed6389" providerId="AD" clId="Web-{2840AFB0-E907-C9E9-3D92-225C13E15E04}" dt="2026-04-10T15:14:49.213" v="355" actId="20577"/>
        <pc:sldMkLst>
          <pc:docMk/>
          <pc:sldMk cId="3883803996" sldId="315"/>
        </pc:sldMkLst>
        <pc:spChg chg="mod">
          <ac:chgData name="Fahey, Kyle" userId="S::kfahey@bnl.gov::97456fc6-c34f-440a-a281-d628f5ed6389" providerId="AD" clId="Web-{2840AFB0-E907-C9E9-3D92-225C13E15E04}" dt="2026-04-10T15:14:49.213" v="355" actId="20577"/>
          <ac:spMkLst>
            <pc:docMk/>
            <pc:sldMk cId="3883803996" sldId="315"/>
            <ac:spMk id="4" creationId="{3A24006B-B4CD-9E64-3DE9-D7C2DE76B7A7}"/>
          </ac:spMkLst>
        </pc:spChg>
      </pc:sldChg>
      <pc:sldChg chg="addSp modSp">
        <pc:chgData name="Fahey, Kyle" userId="S::kfahey@bnl.gov::97456fc6-c34f-440a-a281-d628f5ed6389" providerId="AD" clId="Web-{2840AFB0-E907-C9E9-3D92-225C13E15E04}" dt="2026-04-10T14:25:15.925" v="135" actId="1076"/>
        <pc:sldMkLst>
          <pc:docMk/>
          <pc:sldMk cId="2325365726" sldId="316"/>
        </pc:sldMkLst>
        <pc:spChg chg="mod">
          <ac:chgData name="Fahey, Kyle" userId="S::kfahey@bnl.gov::97456fc6-c34f-440a-a281-d628f5ed6389" providerId="AD" clId="Web-{2840AFB0-E907-C9E9-3D92-225C13E15E04}" dt="2026-04-10T14:24:24.191" v="128" actId="20577"/>
          <ac:spMkLst>
            <pc:docMk/>
            <pc:sldMk cId="2325365726" sldId="316"/>
            <ac:spMk id="4" creationId="{02E6BBB2-4BE3-322B-5A69-2913F27CBFC4}"/>
          </ac:spMkLst>
        </pc:spChg>
        <pc:spChg chg="add mod">
          <ac:chgData name="Fahey, Kyle" userId="S::kfahey@bnl.gov::97456fc6-c34f-440a-a281-d628f5ed6389" providerId="AD" clId="Web-{2840AFB0-E907-C9E9-3D92-225C13E15E04}" dt="2026-04-10T14:25:15.925" v="135" actId="1076"/>
          <ac:spMkLst>
            <pc:docMk/>
            <pc:sldMk cId="2325365726" sldId="316"/>
            <ac:spMk id="8" creationId="{F3B2532F-FC4B-3037-3057-4619B9529940}"/>
          </ac:spMkLst>
        </pc:spChg>
      </pc:sldChg>
      <pc:sldChg chg="delSp ord">
        <pc:chgData name="Fahey, Kyle" userId="S::kfahey@bnl.gov::97456fc6-c34f-440a-a281-d628f5ed6389" providerId="AD" clId="Web-{2840AFB0-E907-C9E9-3D92-225C13E15E04}" dt="2026-04-10T14:27:05.003" v="137"/>
        <pc:sldMkLst>
          <pc:docMk/>
          <pc:sldMk cId="3039603325" sldId="317"/>
        </pc:sldMkLst>
      </pc:sldChg>
      <pc:sldChg chg="modSp ord">
        <pc:chgData name="Fahey, Kyle" userId="S::kfahey@bnl.gov::97456fc6-c34f-440a-a281-d628f5ed6389" providerId="AD" clId="Web-{2840AFB0-E907-C9E9-3D92-225C13E15E04}" dt="2026-04-10T14:26:28.143" v="136"/>
        <pc:sldMkLst>
          <pc:docMk/>
          <pc:sldMk cId="2215484902" sldId="318"/>
        </pc:sldMkLst>
        <pc:spChg chg="mod">
          <ac:chgData name="Fahey, Kyle" userId="S::kfahey@bnl.gov::97456fc6-c34f-440a-a281-d628f5ed6389" providerId="AD" clId="Web-{2840AFB0-E907-C9E9-3D92-225C13E15E04}" dt="2026-04-10T14:10:25.600" v="107" actId="14100"/>
          <ac:spMkLst>
            <pc:docMk/>
            <pc:sldMk cId="2215484902" sldId="318"/>
            <ac:spMk id="8" creationId="{BEF9770C-D654-D753-5745-7E8EF4CFCE90}"/>
          </ac:spMkLst>
        </pc:spChg>
        <pc:picChg chg="mod">
          <ac:chgData name="Fahey, Kyle" userId="S::kfahey@bnl.gov::97456fc6-c34f-440a-a281-d628f5ed6389" providerId="AD" clId="Web-{2840AFB0-E907-C9E9-3D92-225C13E15E04}" dt="2026-04-10T14:08:38.647" v="102" actId="1076"/>
          <ac:picMkLst>
            <pc:docMk/>
            <pc:sldMk cId="2215484902" sldId="318"/>
            <ac:picMk id="7" creationId="{491B5920-0EC2-49D7-5A38-E93851AFA5FA}"/>
          </ac:picMkLst>
        </pc:picChg>
      </pc:sldChg>
      <pc:sldChg chg="modSp modNotes">
        <pc:chgData name="Fahey, Kyle" userId="S::kfahey@bnl.gov::97456fc6-c34f-440a-a281-d628f5ed6389" providerId="AD" clId="Web-{2840AFB0-E907-C9E9-3D92-225C13E15E04}" dt="2026-04-10T15:16:03.415" v="361"/>
        <pc:sldMkLst>
          <pc:docMk/>
          <pc:sldMk cId="2773162621" sldId="321"/>
        </pc:sldMkLst>
        <pc:spChg chg="mod">
          <ac:chgData name="Fahey, Kyle" userId="S::kfahey@bnl.gov::97456fc6-c34f-440a-a281-d628f5ed6389" providerId="AD" clId="Web-{2840AFB0-E907-C9E9-3D92-225C13E15E04}" dt="2026-04-10T15:08:29.402" v="298" actId="20577"/>
          <ac:spMkLst>
            <pc:docMk/>
            <pc:sldMk cId="2773162621" sldId="321"/>
            <ac:spMk id="4" creationId="{2F06A3CC-4B2F-0B1C-EF96-53154F504EC3}"/>
          </ac:spMkLst>
        </pc:spChg>
      </pc:sldChg>
      <pc:sldChg chg="delSp modSp modNotes">
        <pc:chgData name="Fahey, Kyle" userId="S::kfahey@bnl.gov::97456fc6-c34f-440a-a281-d628f5ed6389" providerId="AD" clId="Web-{2840AFB0-E907-C9E9-3D92-225C13E15E04}" dt="2026-04-10T15:51:30.052" v="570" actId="20577"/>
        <pc:sldMkLst>
          <pc:docMk/>
          <pc:sldMk cId="1170767587" sldId="323"/>
        </pc:sldMkLst>
        <pc:spChg chg="mod">
          <ac:chgData name="Fahey, Kyle" userId="S::kfahey@bnl.gov::97456fc6-c34f-440a-a281-d628f5ed6389" providerId="AD" clId="Web-{2840AFB0-E907-C9E9-3D92-225C13E15E04}" dt="2026-04-10T15:51:30.052" v="570" actId="20577"/>
          <ac:spMkLst>
            <pc:docMk/>
            <pc:sldMk cId="1170767587" sldId="323"/>
            <ac:spMk id="4" creationId="{3F7D17E5-107F-CE40-65A8-96AB2C8B1B58}"/>
          </ac:spMkLst>
        </pc:spChg>
      </pc:sldChg>
      <pc:sldChg chg="addSp modSp modNotes">
        <pc:chgData name="Fahey, Kyle" userId="S::kfahey@bnl.gov::97456fc6-c34f-440a-a281-d628f5ed6389" providerId="AD" clId="Web-{2840AFB0-E907-C9E9-3D92-225C13E15E04}" dt="2026-04-10T15:09:48.089" v="330"/>
        <pc:sldMkLst>
          <pc:docMk/>
          <pc:sldMk cId="1407981556" sldId="324"/>
        </pc:sldMkLst>
        <pc:spChg chg="mod">
          <ac:chgData name="Fahey, Kyle" userId="S::kfahey@bnl.gov::97456fc6-c34f-440a-a281-d628f5ed6389" providerId="AD" clId="Web-{2840AFB0-E907-C9E9-3D92-225C13E15E04}" dt="2026-04-10T14:42:20.796" v="225" actId="20577"/>
          <ac:spMkLst>
            <pc:docMk/>
            <pc:sldMk cId="1407981556" sldId="324"/>
            <ac:spMk id="4" creationId="{04AF6446-5C3A-2309-2F60-D12E4E2AFF11}"/>
          </ac:spMkLst>
        </pc:spChg>
        <pc:spChg chg="add mod">
          <ac:chgData name="Fahey, Kyle" userId="S::kfahey@bnl.gov::97456fc6-c34f-440a-a281-d628f5ed6389" providerId="AD" clId="Web-{2840AFB0-E907-C9E9-3D92-225C13E15E04}" dt="2026-04-10T14:05:56.694" v="100" actId="1076"/>
          <ac:spMkLst>
            <pc:docMk/>
            <pc:sldMk cId="1407981556" sldId="324"/>
            <ac:spMk id="5" creationId="{551CEC82-512D-79C5-2CDA-7E22F3C6B0F2}"/>
          </ac:spMkLst>
        </pc:spChg>
      </pc:sldChg>
      <pc:sldChg chg="modSp modNotes">
        <pc:chgData name="Fahey, Kyle" userId="S::kfahey@bnl.gov::97456fc6-c34f-440a-a281-d628f5ed6389" providerId="AD" clId="Web-{2840AFB0-E907-C9E9-3D92-225C13E15E04}" dt="2026-04-10T15:19:53.570" v="396" actId="20577"/>
        <pc:sldMkLst>
          <pc:docMk/>
          <pc:sldMk cId="436946344" sldId="326"/>
        </pc:sldMkLst>
        <pc:spChg chg="mod">
          <ac:chgData name="Fahey, Kyle" userId="S::kfahey@bnl.gov::97456fc6-c34f-440a-a281-d628f5ed6389" providerId="AD" clId="Web-{2840AFB0-E907-C9E9-3D92-225C13E15E04}" dt="2026-04-10T15:19:53.570" v="396" actId="20577"/>
          <ac:spMkLst>
            <pc:docMk/>
            <pc:sldMk cId="436946344" sldId="326"/>
            <ac:spMk id="4" creationId="{06C74700-4E96-C451-A80A-970A33A41DC5}"/>
          </ac:spMkLst>
        </pc:spChg>
      </pc:sldChg>
      <pc:sldChg chg="modNotes">
        <pc:chgData name="Fahey, Kyle" userId="S::kfahey@bnl.gov::97456fc6-c34f-440a-a281-d628f5ed6389" providerId="AD" clId="Web-{2840AFB0-E907-C9E9-3D92-225C13E15E04}" dt="2026-04-10T15:16:33.181" v="389"/>
        <pc:sldMkLst>
          <pc:docMk/>
          <pc:sldMk cId="3189240664" sldId="327"/>
        </pc:sldMkLst>
      </pc:sldChg>
      <pc:sldChg chg="modSp">
        <pc:chgData name="Fahey, Kyle" userId="S::kfahey@bnl.gov::97456fc6-c34f-440a-a281-d628f5ed6389" providerId="AD" clId="Web-{2840AFB0-E907-C9E9-3D92-225C13E15E04}" dt="2026-04-10T14:23:45.206" v="115" actId="20577"/>
        <pc:sldMkLst>
          <pc:docMk/>
          <pc:sldMk cId="268205710" sldId="331"/>
        </pc:sldMkLst>
        <pc:spChg chg="mod">
          <ac:chgData name="Fahey, Kyle" userId="S::kfahey@bnl.gov::97456fc6-c34f-440a-a281-d628f5ed6389" providerId="AD" clId="Web-{2840AFB0-E907-C9E9-3D92-225C13E15E04}" dt="2026-04-10T14:23:45.206" v="115" actId="20577"/>
          <ac:spMkLst>
            <pc:docMk/>
            <pc:sldMk cId="268205710" sldId="331"/>
            <ac:spMk id="10" creationId="{5B7D227D-05C7-EF5B-6B50-2479E2658EEF}"/>
          </ac:spMkLst>
        </pc:spChg>
        <pc:spChg chg="mod">
          <ac:chgData name="Fahey, Kyle" userId="S::kfahey@bnl.gov::97456fc6-c34f-440a-a281-d628f5ed6389" providerId="AD" clId="Web-{2840AFB0-E907-C9E9-3D92-225C13E15E04}" dt="2026-04-10T14:23:10.753" v="109" actId="20577"/>
          <ac:spMkLst>
            <pc:docMk/>
            <pc:sldMk cId="268205710" sldId="331"/>
            <ac:spMk id="21" creationId="{79177006-3C4C-91BC-CAC1-EFB756C635E8}"/>
          </ac:spMkLst>
        </pc:spChg>
      </pc:sldChg>
      <pc:sldChg chg="addSp delSp modSp new">
        <pc:chgData name="Fahey, Kyle" userId="S::kfahey@bnl.gov::97456fc6-c34f-440a-a281-d628f5ed6389" providerId="AD" clId="Web-{2840AFB0-E907-C9E9-3D92-225C13E15E04}" dt="2026-04-10T15:54:35.547" v="645" actId="1076"/>
        <pc:sldMkLst>
          <pc:docMk/>
          <pc:sldMk cId="2701246199" sldId="333"/>
        </pc:sldMkLst>
        <pc:spChg chg="mod">
          <ac:chgData name="Fahey, Kyle" userId="S::kfahey@bnl.gov::97456fc6-c34f-440a-a281-d628f5ed6389" providerId="AD" clId="Web-{2840AFB0-E907-C9E9-3D92-225C13E15E04}" dt="2026-04-10T15:41:50.905" v="416" actId="20577"/>
          <ac:spMkLst>
            <pc:docMk/>
            <pc:sldMk cId="2701246199" sldId="333"/>
            <ac:spMk id="3" creationId="{B23BBFEA-2914-4EC9-26EF-9FFB31B933B9}"/>
          </ac:spMkLst>
        </pc:spChg>
        <pc:spChg chg="mod">
          <ac:chgData name="Fahey, Kyle" userId="S::kfahey@bnl.gov::97456fc6-c34f-440a-a281-d628f5ed6389" providerId="AD" clId="Web-{2840AFB0-E907-C9E9-3D92-225C13E15E04}" dt="2026-04-10T15:51:06.316" v="549" actId="20577"/>
          <ac:spMkLst>
            <pc:docMk/>
            <pc:sldMk cId="2701246199" sldId="333"/>
            <ac:spMk id="4" creationId="{13B481A3-830D-A694-581A-96DA48B4AD05}"/>
          </ac:spMkLst>
        </pc:spChg>
        <pc:spChg chg="add">
          <ac:chgData name="Fahey, Kyle" userId="S::kfahey@bnl.gov::97456fc6-c34f-440a-a281-d628f5ed6389" providerId="AD" clId="Web-{2840AFB0-E907-C9E9-3D92-225C13E15E04}" dt="2026-04-10T15:42:10.530" v="417"/>
          <ac:spMkLst>
            <pc:docMk/>
            <pc:sldMk cId="2701246199" sldId="333"/>
            <ac:spMk id="6" creationId="{4885119F-A3E3-EDEB-44E5-E9F3C0693B33}"/>
          </ac:spMkLst>
        </pc:spChg>
        <pc:spChg chg="add mod">
          <ac:chgData name="Fahey, Kyle" userId="S::kfahey@bnl.gov::97456fc6-c34f-440a-a281-d628f5ed6389" providerId="AD" clId="Web-{2840AFB0-E907-C9E9-3D92-225C13E15E04}" dt="2026-04-10T15:43:29.500" v="511" actId="1076"/>
          <ac:spMkLst>
            <pc:docMk/>
            <pc:sldMk cId="2701246199" sldId="333"/>
            <ac:spMk id="10" creationId="{92ECA55F-8F15-2245-F34F-2D73EE3A56EB}"/>
          </ac:spMkLst>
        </pc:spChg>
        <pc:spChg chg="add mod">
          <ac:chgData name="Fahey, Kyle" userId="S::kfahey@bnl.gov::97456fc6-c34f-440a-a281-d628f5ed6389" providerId="AD" clId="Web-{2840AFB0-E907-C9E9-3D92-225C13E15E04}" dt="2026-04-10T15:43:29.515" v="512" actId="1076"/>
          <ac:spMkLst>
            <pc:docMk/>
            <pc:sldMk cId="2701246199" sldId="333"/>
            <ac:spMk id="12" creationId="{A5B6B585-0145-61E5-0105-0826C4F81F87}"/>
          </ac:spMkLst>
        </pc:spChg>
        <pc:spChg chg="add mod">
          <ac:chgData name="Fahey, Kyle" userId="S::kfahey@bnl.gov::97456fc6-c34f-440a-a281-d628f5ed6389" providerId="AD" clId="Web-{2840AFB0-E907-C9E9-3D92-225C13E15E04}" dt="2026-04-10T15:54:19.734" v="642" actId="1076"/>
          <ac:spMkLst>
            <pc:docMk/>
            <pc:sldMk cId="2701246199" sldId="333"/>
            <ac:spMk id="17" creationId="{13C0CBD4-06E0-83B3-9B80-9C5DB578C523}"/>
          </ac:spMkLst>
        </pc:spChg>
        <pc:spChg chg="add mod">
          <ac:chgData name="Fahey, Kyle" userId="S::kfahey@bnl.gov::97456fc6-c34f-440a-a281-d628f5ed6389" providerId="AD" clId="Web-{2840AFB0-E907-C9E9-3D92-225C13E15E04}" dt="2026-04-10T15:54:14.624" v="641" actId="1076"/>
          <ac:spMkLst>
            <pc:docMk/>
            <pc:sldMk cId="2701246199" sldId="333"/>
            <ac:spMk id="18" creationId="{575B6C29-2045-34F1-023D-38188EB809BC}"/>
          </ac:spMkLst>
        </pc:spChg>
        <pc:spChg chg="add mod">
          <ac:chgData name="Fahey, Kyle" userId="S::kfahey@bnl.gov::97456fc6-c34f-440a-a281-d628f5ed6389" providerId="AD" clId="Web-{2840AFB0-E907-C9E9-3D92-225C13E15E04}" dt="2026-04-10T15:54:24.468" v="643" actId="1076"/>
          <ac:spMkLst>
            <pc:docMk/>
            <pc:sldMk cId="2701246199" sldId="333"/>
            <ac:spMk id="19" creationId="{381315AE-8BE0-78D1-0312-A264F13C2F03}"/>
          </ac:spMkLst>
        </pc:spChg>
        <pc:spChg chg="add mod">
          <ac:chgData name="Fahey, Kyle" userId="S::kfahey@bnl.gov::97456fc6-c34f-440a-a281-d628f5ed6389" providerId="AD" clId="Web-{2840AFB0-E907-C9E9-3D92-225C13E15E04}" dt="2026-04-10T15:54:30.750" v="644" actId="1076"/>
          <ac:spMkLst>
            <pc:docMk/>
            <pc:sldMk cId="2701246199" sldId="333"/>
            <ac:spMk id="20" creationId="{AEEE99BC-0997-129B-2848-F6FDBBB32BEA}"/>
          </ac:spMkLst>
        </pc:spChg>
        <pc:spChg chg="add mod">
          <ac:chgData name="Fahey, Kyle" userId="S::kfahey@bnl.gov::97456fc6-c34f-440a-a281-d628f5ed6389" providerId="AD" clId="Web-{2840AFB0-E907-C9E9-3D92-225C13E15E04}" dt="2026-04-10T15:54:35.547" v="645" actId="1076"/>
          <ac:spMkLst>
            <pc:docMk/>
            <pc:sldMk cId="2701246199" sldId="333"/>
            <ac:spMk id="21" creationId="{0E8EE940-F904-D85A-858D-753289BBF671}"/>
          </ac:spMkLst>
        </pc:spChg>
        <pc:picChg chg="add mod">
          <ac:chgData name="Fahey, Kyle" userId="S::kfahey@bnl.gov::97456fc6-c34f-440a-a281-d628f5ed6389" providerId="AD" clId="Web-{2840AFB0-E907-C9E9-3D92-225C13E15E04}" dt="2026-04-10T15:43:29.484" v="510" actId="1076"/>
          <ac:picMkLst>
            <pc:docMk/>
            <pc:sldMk cId="2701246199" sldId="333"/>
            <ac:picMk id="8" creationId="{3525B785-CA46-3CDD-16F5-FB06F3D084A6}"/>
          </ac:picMkLst>
        </pc:picChg>
        <pc:picChg chg="add mod">
          <ac:chgData name="Fahey, Kyle" userId="S::kfahey@bnl.gov::97456fc6-c34f-440a-a281-d628f5ed6389" providerId="AD" clId="Web-{2840AFB0-E907-C9E9-3D92-225C13E15E04}" dt="2026-04-10T15:54:05.608" v="640" actId="14100"/>
          <ac:picMkLst>
            <pc:docMk/>
            <pc:sldMk cId="2701246199" sldId="333"/>
            <ac:picMk id="14" creationId="{A6C52E5F-4601-5455-4976-7CB2A4A36A09}"/>
          </ac:picMkLst>
        </pc:picChg>
      </pc:sldChg>
    </pc:docChg>
  </pc:docChgLst>
  <pc:docChgLst>
    <pc:chgData name="Fahey, Kyle" userId="97456fc6-c34f-440a-a281-d628f5ed6389" providerId="ADAL" clId="{B8395D0F-2A2F-46CD-888F-A47ACB6FE0A1}"/>
    <pc:docChg chg="undo custSel addSld delSld modSld sldOrd modMainMaster">
      <pc:chgData name="Fahey, Kyle" userId="97456fc6-c34f-440a-a281-d628f5ed6389" providerId="ADAL" clId="{B8395D0F-2A2F-46CD-888F-A47ACB6FE0A1}" dt="2026-04-14T17:50:29.516" v="3712" actId="47"/>
      <pc:docMkLst>
        <pc:docMk/>
      </pc:docMkLst>
      <pc:sldChg chg="modSp mod">
        <pc:chgData name="Fahey, Kyle" userId="97456fc6-c34f-440a-a281-d628f5ed6389" providerId="ADAL" clId="{B8395D0F-2A2F-46CD-888F-A47ACB6FE0A1}" dt="2026-04-10T13:42:17.386" v="2677" actId="20577"/>
        <pc:sldMkLst>
          <pc:docMk/>
          <pc:sldMk cId="3464094723" sldId="279"/>
        </pc:sldMkLst>
        <pc:spChg chg="mod">
          <ac:chgData name="Fahey, Kyle" userId="97456fc6-c34f-440a-a281-d628f5ed6389" providerId="ADAL" clId="{B8395D0F-2A2F-46CD-888F-A47ACB6FE0A1}" dt="2026-04-10T13:42:17.386" v="2677" actId="20577"/>
          <ac:spMkLst>
            <pc:docMk/>
            <pc:sldMk cId="3464094723" sldId="279"/>
            <ac:spMk id="9" creationId="{87872E67-F4DB-9E7A-FE6C-424522F97257}"/>
          </ac:spMkLst>
        </pc:spChg>
      </pc:sldChg>
      <pc:sldChg chg="add del ord">
        <pc:chgData name="Fahey, Kyle" userId="97456fc6-c34f-440a-a281-d628f5ed6389" providerId="ADAL" clId="{B8395D0F-2A2F-46CD-888F-A47ACB6FE0A1}" dt="2026-04-14T17:27:47.121" v="3507"/>
        <pc:sldMkLst>
          <pc:docMk/>
          <pc:sldMk cId="1116860982" sldId="308"/>
        </pc:sldMkLst>
      </pc:sldChg>
      <pc:sldChg chg="addSp delSp modSp del mod">
        <pc:chgData name="Fahey, Kyle" userId="97456fc6-c34f-440a-a281-d628f5ed6389" providerId="ADAL" clId="{B8395D0F-2A2F-46CD-888F-A47ACB6FE0A1}" dt="2026-04-14T17:50:29.516" v="3712" actId="47"/>
        <pc:sldMkLst>
          <pc:docMk/>
          <pc:sldMk cId="2812832004" sldId="314"/>
        </pc:sldMkLst>
        <pc:spChg chg="mod">
          <ac:chgData name="Fahey, Kyle" userId="97456fc6-c34f-440a-a281-d628f5ed6389" providerId="ADAL" clId="{B8395D0F-2A2F-46CD-888F-A47ACB6FE0A1}" dt="2026-04-13T15:42:28.106" v="3399" actId="20577"/>
          <ac:spMkLst>
            <pc:docMk/>
            <pc:sldMk cId="2812832004" sldId="314"/>
            <ac:spMk id="4" creationId="{6EF7ACF0-8722-2073-9682-EAAB92E5E1CF}"/>
          </ac:spMkLst>
        </pc:spChg>
      </pc:sldChg>
      <pc:sldChg chg="addSp delSp modSp mod">
        <pc:chgData name="Fahey, Kyle" userId="97456fc6-c34f-440a-a281-d628f5ed6389" providerId="ADAL" clId="{B8395D0F-2A2F-46CD-888F-A47ACB6FE0A1}" dt="2026-04-10T13:53:45.155" v="2951" actId="14100"/>
        <pc:sldMkLst>
          <pc:docMk/>
          <pc:sldMk cId="3883803996" sldId="315"/>
        </pc:sldMkLst>
        <pc:spChg chg="mod">
          <ac:chgData name="Fahey, Kyle" userId="97456fc6-c34f-440a-a281-d628f5ed6389" providerId="ADAL" clId="{B8395D0F-2A2F-46CD-888F-A47ACB6FE0A1}" dt="2026-04-08T14:23:06.289" v="1452" actId="20577"/>
          <ac:spMkLst>
            <pc:docMk/>
            <pc:sldMk cId="3883803996" sldId="315"/>
            <ac:spMk id="4" creationId="{3A24006B-B4CD-9E64-3DE9-D7C2DE76B7A7}"/>
          </ac:spMkLst>
        </pc:spChg>
        <pc:spChg chg="add mod">
          <ac:chgData name="Fahey, Kyle" userId="97456fc6-c34f-440a-a281-d628f5ed6389" providerId="ADAL" clId="{B8395D0F-2A2F-46CD-888F-A47ACB6FE0A1}" dt="2026-04-10T13:53:45.155" v="2951" actId="14100"/>
          <ac:spMkLst>
            <pc:docMk/>
            <pc:sldMk cId="3883803996" sldId="315"/>
            <ac:spMk id="6" creationId="{68E70F41-FB73-2D33-1A0B-F4B2768E3A49}"/>
          </ac:spMkLst>
        </pc:spChg>
      </pc:sldChg>
      <pc:sldChg chg="addSp delSp modSp mod">
        <pc:chgData name="Fahey, Kyle" userId="97456fc6-c34f-440a-a281-d628f5ed6389" providerId="ADAL" clId="{B8395D0F-2A2F-46CD-888F-A47ACB6FE0A1}" dt="2026-04-10T13:54:13.095" v="2969" actId="14100"/>
        <pc:sldMkLst>
          <pc:docMk/>
          <pc:sldMk cId="2325365726" sldId="316"/>
        </pc:sldMkLst>
        <pc:spChg chg="mod">
          <ac:chgData name="Fahey, Kyle" userId="97456fc6-c34f-440a-a281-d628f5ed6389" providerId="ADAL" clId="{B8395D0F-2A2F-46CD-888F-A47ACB6FE0A1}" dt="2026-03-25T20:07:42.585" v="494" actId="5793"/>
          <ac:spMkLst>
            <pc:docMk/>
            <pc:sldMk cId="2325365726" sldId="316"/>
            <ac:spMk id="3" creationId="{BB041C2E-041D-1E7C-94E8-8074F6942F8C}"/>
          </ac:spMkLst>
        </pc:spChg>
        <pc:spChg chg="add mod">
          <ac:chgData name="Fahey, Kyle" userId="97456fc6-c34f-440a-a281-d628f5ed6389" providerId="ADAL" clId="{B8395D0F-2A2F-46CD-888F-A47ACB6FE0A1}" dt="2026-04-10T13:54:13.095" v="2969" actId="14100"/>
          <ac:spMkLst>
            <pc:docMk/>
            <pc:sldMk cId="2325365726" sldId="316"/>
            <ac:spMk id="7" creationId="{7B679E98-BF1A-7D6B-0A28-5F8C2C0BA19C}"/>
          </ac:spMkLst>
        </pc:spChg>
      </pc:sldChg>
      <pc:sldChg chg="addSp delSp modSp mod">
        <pc:chgData name="Fahey, Kyle" userId="97456fc6-c34f-440a-a281-d628f5ed6389" providerId="ADAL" clId="{B8395D0F-2A2F-46CD-888F-A47ACB6FE0A1}" dt="2026-04-10T13:54:28.787" v="2971"/>
        <pc:sldMkLst>
          <pc:docMk/>
          <pc:sldMk cId="3039603325" sldId="317"/>
        </pc:sldMkLst>
        <pc:spChg chg="mod">
          <ac:chgData name="Fahey, Kyle" userId="97456fc6-c34f-440a-a281-d628f5ed6389" providerId="ADAL" clId="{B8395D0F-2A2F-46CD-888F-A47ACB6FE0A1}" dt="2026-04-10T13:40:51.371" v="2656" actId="20577"/>
          <ac:spMkLst>
            <pc:docMk/>
            <pc:sldMk cId="3039603325" sldId="317"/>
            <ac:spMk id="4" creationId="{0EB0DF74-007F-7BAD-8F46-CF38726BF2AB}"/>
          </ac:spMkLst>
        </pc:spChg>
        <pc:spChg chg="add mod">
          <ac:chgData name="Fahey, Kyle" userId="97456fc6-c34f-440a-a281-d628f5ed6389" providerId="ADAL" clId="{B8395D0F-2A2F-46CD-888F-A47ACB6FE0A1}" dt="2026-03-27T17:55:45.521" v="1233" actId="20577"/>
          <ac:spMkLst>
            <pc:docMk/>
            <pc:sldMk cId="3039603325" sldId="317"/>
            <ac:spMk id="13" creationId="{95A70242-42E2-58AD-1C60-8BF768E8029F}"/>
          </ac:spMkLst>
        </pc:spChg>
        <pc:spChg chg="add mod">
          <ac:chgData name="Fahey, Kyle" userId="97456fc6-c34f-440a-a281-d628f5ed6389" providerId="ADAL" clId="{B8395D0F-2A2F-46CD-888F-A47ACB6FE0A1}" dt="2026-03-27T17:55:55.701" v="1243" actId="20577"/>
          <ac:spMkLst>
            <pc:docMk/>
            <pc:sldMk cId="3039603325" sldId="317"/>
            <ac:spMk id="14" creationId="{770650CF-868A-6FD4-95C7-EDA4366537D1}"/>
          </ac:spMkLst>
        </pc:spChg>
        <pc:spChg chg="add mod">
          <ac:chgData name="Fahey, Kyle" userId="97456fc6-c34f-440a-a281-d628f5ed6389" providerId="ADAL" clId="{B8395D0F-2A2F-46CD-888F-A47ACB6FE0A1}" dt="2026-03-27T17:56:39.312" v="1276" actId="20577"/>
          <ac:spMkLst>
            <pc:docMk/>
            <pc:sldMk cId="3039603325" sldId="317"/>
            <ac:spMk id="15" creationId="{B6513E5C-AAE3-C031-BBD3-172B386A79EE}"/>
          </ac:spMkLst>
        </pc:spChg>
        <pc:spChg chg="add mod">
          <ac:chgData name="Fahey, Kyle" userId="97456fc6-c34f-440a-a281-d628f5ed6389" providerId="ADAL" clId="{B8395D0F-2A2F-46CD-888F-A47ACB6FE0A1}" dt="2026-04-10T13:54:28.787" v="2971"/>
          <ac:spMkLst>
            <pc:docMk/>
            <pc:sldMk cId="3039603325" sldId="317"/>
            <ac:spMk id="17" creationId="{5FB49DA0-5B6A-D677-0593-5B32ACDC4951}"/>
          </ac:spMkLst>
        </pc:spChg>
        <pc:spChg chg="add mod">
          <ac:chgData name="Fahey, Kyle" userId="97456fc6-c34f-440a-a281-d628f5ed6389" providerId="ADAL" clId="{B8395D0F-2A2F-46CD-888F-A47ACB6FE0A1}" dt="2026-03-27T17:56:30.096" v="1274" actId="1076"/>
          <ac:spMkLst>
            <pc:docMk/>
            <pc:sldMk cId="3039603325" sldId="317"/>
            <ac:spMk id="23" creationId="{118BB50B-4573-AD9C-7D88-60FD27DC2C47}"/>
          </ac:spMkLst>
        </pc:spChg>
        <pc:picChg chg="mod">
          <ac:chgData name="Fahey, Kyle" userId="97456fc6-c34f-440a-a281-d628f5ed6389" providerId="ADAL" clId="{B8395D0F-2A2F-46CD-888F-A47ACB6FE0A1}" dt="2026-03-27T17:53:39.693" v="1196" actId="208"/>
          <ac:picMkLst>
            <pc:docMk/>
            <pc:sldMk cId="3039603325" sldId="317"/>
            <ac:picMk id="5" creationId="{D5D993C3-7A41-81E9-F94D-1ED6704E7F85}"/>
          </ac:picMkLst>
        </pc:picChg>
        <pc:picChg chg="mod">
          <ac:chgData name="Fahey, Kyle" userId="97456fc6-c34f-440a-a281-d628f5ed6389" providerId="ADAL" clId="{B8395D0F-2A2F-46CD-888F-A47ACB6FE0A1}" dt="2026-03-27T17:53:42.260" v="1197" actId="208"/>
          <ac:picMkLst>
            <pc:docMk/>
            <pc:sldMk cId="3039603325" sldId="317"/>
            <ac:picMk id="6" creationId="{D556CBD3-F067-EAC9-C9D6-345C623640B2}"/>
          </ac:picMkLst>
        </pc:picChg>
        <pc:picChg chg="mod">
          <ac:chgData name="Fahey, Kyle" userId="97456fc6-c34f-440a-a281-d628f5ed6389" providerId="ADAL" clId="{B8395D0F-2A2F-46CD-888F-A47ACB6FE0A1}" dt="2026-03-27T17:53:45.122" v="1198" actId="208"/>
          <ac:picMkLst>
            <pc:docMk/>
            <pc:sldMk cId="3039603325" sldId="317"/>
            <ac:picMk id="7" creationId="{1858A93C-27F9-BF07-1C48-15BBC8AE69C8}"/>
          </ac:picMkLst>
        </pc:picChg>
        <pc:picChg chg="mod">
          <ac:chgData name="Fahey, Kyle" userId="97456fc6-c34f-440a-a281-d628f5ed6389" providerId="ADAL" clId="{B8395D0F-2A2F-46CD-888F-A47ACB6FE0A1}" dt="2026-03-27T17:54:27.252" v="1205" actId="1076"/>
          <ac:picMkLst>
            <pc:docMk/>
            <pc:sldMk cId="3039603325" sldId="317"/>
            <ac:picMk id="8" creationId="{CD404490-B8F9-B5EE-C2FE-46E7713EE87F}"/>
          </ac:picMkLst>
        </pc:picChg>
        <pc:cxnChg chg="mod">
          <ac:chgData name="Fahey, Kyle" userId="97456fc6-c34f-440a-a281-d628f5ed6389" providerId="ADAL" clId="{B8395D0F-2A2F-46CD-888F-A47ACB6FE0A1}" dt="2026-03-27T17:55:09.551" v="1216" actId="14100"/>
          <ac:cxnSpMkLst>
            <pc:docMk/>
            <pc:sldMk cId="3039603325" sldId="317"/>
            <ac:cxnSpMk id="9" creationId="{527B0E7A-1E80-B5AD-F184-C452B5293D91}"/>
          </ac:cxnSpMkLst>
        </pc:cxnChg>
        <pc:cxnChg chg="mod">
          <ac:chgData name="Fahey, Kyle" userId="97456fc6-c34f-440a-a281-d628f5ed6389" providerId="ADAL" clId="{B8395D0F-2A2F-46CD-888F-A47ACB6FE0A1}" dt="2026-03-27T17:54:50.051" v="1211" actId="14100"/>
          <ac:cxnSpMkLst>
            <pc:docMk/>
            <pc:sldMk cId="3039603325" sldId="317"/>
            <ac:cxnSpMk id="10" creationId="{25FF081C-14E9-4458-26DC-192101F1C522}"/>
          </ac:cxnSpMkLst>
        </pc:cxnChg>
        <pc:cxnChg chg="mod">
          <ac:chgData name="Fahey, Kyle" userId="97456fc6-c34f-440a-a281-d628f5ed6389" providerId="ADAL" clId="{B8395D0F-2A2F-46CD-888F-A47ACB6FE0A1}" dt="2026-03-27T17:55:17.605" v="1218" actId="14100"/>
          <ac:cxnSpMkLst>
            <pc:docMk/>
            <pc:sldMk cId="3039603325" sldId="317"/>
            <ac:cxnSpMk id="11" creationId="{5CC9A10A-22D1-1928-3A2A-68CCEF50B7D9}"/>
          </ac:cxnSpMkLst>
        </pc:cxnChg>
      </pc:sldChg>
      <pc:sldChg chg="addSp delSp modSp mod ord">
        <pc:chgData name="Fahey, Kyle" userId="97456fc6-c34f-440a-a281-d628f5ed6389" providerId="ADAL" clId="{B8395D0F-2A2F-46CD-888F-A47ACB6FE0A1}" dt="2026-04-14T17:45:01.811" v="3512"/>
        <pc:sldMkLst>
          <pc:docMk/>
          <pc:sldMk cId="2215484902" sldId="318"/>
        </pc:sldMkLst>
        <pc:spChg chg="add mod">
          <ac:chgData name="Fahey, Kyle" userId="97456fc6-c34f-440a-a281-d628f5ed6389" providerId="ADAL" clId="{B8395D0F-2A2F-46CD-888F-A47ACB6FE0A1}" dt="2026-04-10T13:54:32.299" v="2973"/>
          <ac:spMkLst>
            <pc:docMk/>
            <pc:sldMk cId="2215484902" sldId="318"/>
            <ac:spMk id="8" creationId="{BEF9770C-D654-D753-5745-7E8EF4CFCE90}"/>
          </ac:spMkLst>
        </pc:spChg>
        <pc:picChg chg="add mod">
          <ac:chgData name="Fahey, Kyle" userId="97456fc6-c34f-440a-a281-d628f5ed6389" providerId="ADAL" clId="{B8395D0F-2A2F-46CD-888F-A47ACB6FE0A1}" dt="2026-04-07T17:29:51.225" v="1424" actId="1076"/>
          <ac:picMkLst>
            <pc:docMk/>
            <pc:sldMk cId="2215484902" sldId="318"/>
            <ac:picMk id="7" creationId="{491B5920-0EC2-49D7-5A38-E93851AFA5FA}"/>
          </ac:picMkLst>
        </pc:picChg>
      </pc:sldChg>
      <pc:sldChg chg="addSp delSp modSp mod ord">
        <pc:chgData name="Fahey, Kyle" userId="97456fc6-c34f-440a-a281-d628f5ed6389" providerId="ADAL" clId="{B8395D0F-2A2F-46CD-888F-A47ACB6FE0A1}" dt="2026-04-10T13:53:25.409" v="2941" actId="1076"/>
        <pc:sldMkLst>
          <pc:docMk/>
          <pc:sldMk cId="747389807" sldId="319"/>
        </pc:sldMkLst>
        <pc:spChg chg="mod">
          <ac:chgData name="Fahey, Kyle" userId="97456fc6-c34f-440a-a281-d628f5ed6389" providerId="ADAL" clId="{B8395D0F-2A2F-46CD-888F-A47ACB6FE0A1}" dt="2026-04-10T13:51:39.464" v="2823" actId="403"/>
          <ac:spMkLst>
            <pc:docMk/>
            <pc:sldMk cId="747389807" sldId="319"/>
            <ac:spMk id="3" creationId="{A51C9180-5E3E-47FC-8548-B3AE4AF879AC}"/>
          </ac:spMkLst>
        </pc:spChg>
        <pc:spChg chg="add mod">
          <ac:chgData name="Fahey, Kyle" userId="97456fc6-c34f-440a-a281-d628f5ed6389" providerId="ADAL" clId="{B8395D0F-2A2F-46CD-888F-A47ACB6FE0A1}" dt="2026-04-10T13:51:43.580" v="2824" actId="1076"/>
          <ac:spMkLst>
            <pc:docMk/>
            <pc:sldMk cId="747389807" sldId="319"/>
            <ac:spMk id="9" creationId="{949D52EA-1E66-E490-F28B-CDB05CD4DAC9}"/>
          </ac:spMkLst>
        </pc:spChg>
        <pc:graphicFrameChg chg="add mod modGraphic">
          <ac:chgData name="Fahey, Kyle" userId="97456fc6-c34f-440a-a281-d628f5ed6389" providerId="ADAL" clId="{B8395D0F-2A2F-46CD-888F-A47ACB6FE0A1}" dt="2026-04-10T13:53:20.167" v="2938" actId="1076"/>
          <ac:graphicFrameMkLst>
            <pc:docMk/>
            <pc:sldMk cId="747389807" sldId="319"/>
            <ac:graphicFrameMk id="5" creationId="{C38A0DA8-36DC-9437-DB0F-CFE33A802BE2}"/>
          </ac:graphicFrameMkLst>
        </pc:graphicFrameChg>
        <pc:graphicFrameChg chg="add mod modGraphic">
          <ac:chgData name="Fahey, Kyle" userId="97456fc6-c34f-440a-a281-d628f5ed6389" providerId="ADAL" clId="{B8395D0F-2A2F-46CD-888F-A47ACB6FE0A1}" dt="2026-04-10T13:53:25.409" v="2941" actId="1076"/>
          <ac:graphicFrameMkLst>
            <pc:docMk/>
            <pc:sldMk cId="747389807" sldId="319"/>
            <ac:graphicFrameMk id="10" creationId="{D89E6F3A-CB5F-5D9B-8EDA-6FEF6AE5D391}"/>
          </ac:graphicFrameMkLst>
        </pc:graphicFrameChg>
      </pc:sldChg>
      <pc:sldChg chg="modSp del mod ord">
        <pc:chgData name="Fahey, Kyle" userId="97456fc6-c34f-440a-a281-d628f5ed6389" providerId="ADAL" clId="{B8395D0F-2A2F-46CD-888F-A47ACB6FE0A1}" dt="2026-04-14T17:45:28.832" v="3513" actId="47"/>
        <pc:sldMkLst>
          <pc:docMk/>
          <pc:sldMk cId="43477639" sldId="320"/>
        </pc:sldMkLst>
        <pc:spChg chg="mod">
          <ac:chgData name="Fahey, Kyle" userId="97456fc6-c34f-440a-a281-d628f5ed6389" providerId="ADAL" clId="{B8395D0F-2A2F-46CD-888F-A47ACB6FE0A1}" dt="2026-04-14T17:44:52.455" v="3510" actId="20577"/>
          <ac:spMkLst>
            <pc:docMk/>
            <pc:sldMk cId="43477639" sldId="320"/>
            <ac:spMk id="4" creationId="{E7F0415E-6276-9CFB-560D-44A65748BB1A}"/>
          </ac:spMkLst>
        </pc:spChg>
      </pc:sldChg>
      <pc:sldChg chg="addSp delSp modSp mod">
        <pc:chgData name="Fahey, Kyle" userId="97456fc6-c34f-440a-a281-d628f5ed6389" providerId="ADAL" clId="{B8395D0F-2A2F-46CD-888F-A47ACB6FE0A1}" dt="2026-04-13T15:37:42.574" v="3069" actId="20577"/>
        <pc:sldMkLst>
          <pc:docMk/>
          <pc:sldMk cId="2773162621" sldId="321"/>
        </pc:sldMkLst>
        <pc:spChg chg="mod">
          <ac:chgData name="Fahey, Kyle" userId="97456fc6-c34f-440a-a281-d628f5ed6389" providerId="ADAL" clId="{B8395D0F-2A2F-46CD-888F-A47ACB6FE0A1}" dt="2026-03-25T20:07:35.862" v="492" actId="5793"/>
          <ac:spMkLst>
            <pc:docMk/>
            <pc:sldMk cId="2773162621" sldId="321"/>
            <ac:spMk id="3" creationId="{ED5A7A09-C3AA-C518-C36A-01B4A9287CD9}"/>
          </ac:spMkLst>
        </pc:spChg>
        <pc:spChg chg="mod">
          <ac:chgData name="Fahey, Kyle" userId="97456fc6-c34f-440a-a281-d628f5ed6389" providerId="ADAL" clId="{B8395D0F-2A2F-46CD-888F-A47ACB6FE0A1}" dt="2026-04-13T15:37:42.574" v="3069" actId="20577"/>
          <ac:spMkLst>
            <pc:docMk/>
            <pc:sldMk cId="2773162621" sldId="321"/>
            <ac:spMk id="4" creationId="{2F06A3CC-4B2F-0B1C-EF96-53154F504EC3}"/>
          </ac:spMkLst>
        </pc:spChg>
        <pc:spChg chg="add mod">
          <ac:chgData name="Fahey, Kyle" userId="97456fc6-c34f-440a-a281-d628f5ed6389" providerId="ADAL" clId="{B8395D0F-2A2F-46CD-888F-A47ACB6FE0A1}" dt="2026-04-10T13:32:33.167" v="2121" actId="14100"/>
          <ac:spMkLst>
            <pc:docMk/>
            <pc:sldMk cId="2773162621" sldId="321"/>
            <ac:spMk id="5" creationId="{2332FCE9-2E7B-EFD2-D472-B2A1D5723D31}"/>
          </ac:spMkLst>
        </pc:spChg>
        <pc:spChg chg="add mod">
          <ac:chgData name="Fahey, Kyle" userId="97456fc6-c34f-440a-a281-d628f5ed6389" providerId="ADAL" clId="{B8395D0F-2A2F-46CD-888F-A47ACB6FE0A1}" dt="2026-04-10T13:54:35.847" v="2975"/>
          <ac:spMkLst>
            <pc:docMk/>
            <pc:sldMk cId="2773162621" sldId="321"/>
            <ac:spMk id="8" creationId="{1B92D4D6-6139-528E-29CC-49A6FD913E7E}"/>
          </ac:spMkLst>
        </pc:spChg>
        <pc:picChg chg="add mod">
          <ac:chgData name="Fahey, Kyle" userId="97456fc6-c34f-440a-a281-d628f5ed6389" providerId="ADAL" clId="{B8395D0F-2A2F-46CD-888F-A47ACB6FE0A1}" dt="2026-04-06T18:14:21.392" v="1399" actId="1076"/>
          <ac:picMkLst>
            <pc:docMk/>
            <pc:sldMk cId="2773162621" sldId="321"/>
            <ac:picMk id="9" creationId="{28D3F772-8AF0-9624-11E5-5F08865DC660}"/>
          </ac:picMkLst>
        </pc:picChg>
      </pc:sldChg>
      <pc:sldChg chg="addSp delSp modSp mod">
        <pc:chgData name="Fahey, Kyle" userId="97456fc6-c34f-440a-a281-d628f5ed6389" providerId="ADAL" clId="{B8395D0F-2A2F-46CD-888F-A47ACB6FE0A1}" dt="2026-04-10T13:54:55.134" v="2984" actId="478"/>
        <pc:sldMkLst>
          <pc:docMk/>
          <pc:sldMk cId="3428740644" sldId="322"/>
        </pc:sldMkLst>
        <pc:picChg chg="add mod">
          <ac:chgData name="Fahey, Kyle" userId="97456fc6-c34f-440a-a281-d628f5ed6389" providerId="ADAL" clId="{B8395D0F-2A2F-46CD-888F-A47ACB6FE0A1}" dt="2026-04-06T17:05:23.044" v="1393" actId="1076"/>
          <ac:picMkLst>
            <pc:docMk/>
            <pc:sldMk cId="3428740644" sldId="322"/>
            <ac:picMk id="7" creationId="{EA72B28B-B9C9-B0C7-1BCC-B685B0FBDED0}"/>
          </ac:picMkLst>
        </pc:picChg>
      </pc:sldChg>
      <pc:sldChg chg="addSp delSp modSp mod">
        <pc:chgData name="Fahey, Kyle" userId="97456fc6-c34f-440a-a281-d628f5ed6389" providerId="ADAL" clId="{B8395D0F-2A2F-46CD-888F-A47ACB6FE0A1}" dt="2026-04-13T19:20:13.299" v="3483" actId="13822"/>
        <pc:sldMkLst>
          <pc:docMk/>
          <pc:sldMk cId="1170767587" sldId="323"/>
        </pc:sldMkLst>
        <pc:spChg chg="add mod">
          <ac:chgData name="Fahey, Kyle" userId="97456fc6-c34f-440a-a281-d628f5ed6389" providerId="ADAL" clId="{B8395D0F-2A2F-46CD-888F-A47ACB6FE0A1}" dt="2026-04-10T13:54:49.013" v="2983" actId="20577"/>
          <ac:spMkLst>
            <pc:docMk/>
            <pc:sldMk cId="1170767587" sldId="323"/>
            <ac:spMk id="11" creationId="{FD8DD41D-16B8-1D84-4BF9-390DE68F0702}"/>
          </ac:spMkLst>
        </pc:spChg>
        <pc:picChg chg="add mod">
          <ac:chgData name="Fahey, Kyle" userId="97456fc6-c34f-440a-a281-d628f5ed6389" providerId="ADAL" clId="{B8395D0F-2A2F-46CD-888F-A47ACB6FE0A1}" dt="2026-04-13T19:18:17.537" v="3473" actId="1076"/>
          <ac:picMkLst>
            <pc:docMk/>
            <pc:sldMk cId="1170767587" sldId="323"/>
            <ac:picMk id="6" creationId="{B93A9ED8-9F48-EA24-DEDF-A26E48A277B0}"/>
          </ac:picMkLst>
        </pc:picChg>
        <pc:picChg chg="add mod">
          <ac:chgData name="Fahey, Kyle" userId="97456fc6-c34f-440a-a281-d628f5ed6389" providerId="ADAL" clId="{B8395D0F-2A2F-46CD-888F-A47ACB6FE0A1}" dt="2026-04-13T19:18:15.362" v="3472" actId="1076"/>
          <ac:picMkLst>
            <pc:docMk/>
            <pc:sldMk cId="1170767587" sldId="323"/>
            <ac:picMk id="9" creationId="{72B143CE-2FE4-F723-9325-C85F6BA8950F}"/>
          </ac:picMkLst>
        </pc:picChg>
        <pc:cxnChg chg="add mod">
          <ac:chgData name="Fahey, Kyle" userId="97456fc6-c34f-440a-a281-d628f5ed6389" providerId="ADAL" clId="{B8395D0F-2A2F-46CD-888F-A47ACB6FE0A1}" dt="2026-04-13T19:20:13.299" v="3483" actId="13822"/>
          <ac:cxnSpMkLst>
            <pc:docMk/>
            <pc:sldMk cId="1170767587" sldId="323"/>
            <ac:cxnSpMk id="12" creationId="{E5E69318-BEAF-96BA-0E40-10CA6B47E6C2}"/>
          </ac:cxnSpMkLst>
        </pc:cxnChg>
        <pc:cxnChg chg="add mod">
          <ac:chgData name="Fahey, Kyle" userId="97456fc6-c34f-440a-a281-d628f5ed6389" providerId="ADAL" clId="{B8395D0F-2A2F-46CD-888F-A47ACB6FE0A1}" dt="2026-04-13T19:20:13.299" v="3483" actId="13822"/>
          <ac:cxnSpMkLst>
            <pc:docMk/>
            <pc:sldMk cId="1170767587" sldId="323"/>
            <ac:cxnSpMk id="14" creationId="{A025B8EF-674D-A2D9-8FE1-DB4876501736}"/>
          </ac:cxnSpMkLst>
        </pc:cxnChg>
      </pc:sldChg>
      <pc:sldChg chg="addSp delSp modSp mod ord">
        <pc:chgData name="Fahey, Kyle" userId="97456fc6-c34f-440a-a281-d628f5ed6389" providerId="ADAL" clId="{B8395D0F-2A2F-46CD-888F-A47ACB6FE0A1}" dt="2026-04-13T20:13:41.905" v="3501" actId="20577"/>
        <pc:sldMkLst>
          <pc:docMk/>
          <pc:sldMk cId="1407981556" sldId="324"/>
        </pc:sldMkLst>
        <pc:spChg chg="mod">
          <ac:chgData name="Fahey, Kyle" userId="97456fc6-c34f-440a-a281-d628f5ed6389" providerId="ADAL" clId="{B8395D0F-2A2F-46CD-888F-A47ACB6FE0A1}" dt="2026-04-13T20:13:41.905" v="3501" actId="20577"/>
          <ac:spMkLst>
            <pc:docMk/>
            <pc:sldMk cId="1407981556" sldId="324"/>
            <ac:spMk id="4" creationId="{04AF6446-5C3A-2309-2F60-D12E4E2AFF11}"/>
          </ac:spMkLst>
        </pc:spChg>
        <pc:spChg chg="add mod">
          <ac:chgData name="Fahey, Kyle" userId="97456fc6-c34f-440a-a281-d628f5ed6389" providerId="ADAL" clId="{B8395D0F-2A2F-46CD-888F-A47ACB6FE0A1}" dt="2026-04-10T13:55:04.750" v="2990" actId="20577"/>
          <ac:spMkLst>
            <pc:docMk/>
            <pc:sldMk cId="1407981556" sldId="324"/>
            <ac:spMk id="6" creationId="{89B01975-99F3-68CC-E2BB-601706ADFEEE}"/>
          </ac:spMkLst>
        </pc:spChg>
      </pc:sldChg>
      <pc:sldChg chg="addSp delSp modSp mod">
        <pc:chgData name="Fahey, Kyle" userId="97456fc6-c34f-440a-a281-d628f5ed6389" providerId="ADAL" clId="{B8395D0F-2A2F-46CD-888F-A47ACB6FE0A1}" dt="2026-04-10T13:55:33.855" v="2994" actId="14100"/>
        <pc:sldMkLst>
          <pc:docMk/>
          <pc:sldMk cId="4098283140" sldId="325"/>
        </pc:sldMkLst>
        <pc:spChg chg="add mod">
          <ac:chgData name="Fahey, Kyle" userId="97456fc6-c34f-440a-a281-d628f5ed6389" providerId="ADAL" clId="{B8395D0F-2A2F-46CD-888F-A47ACB6FE0A1}" dt="2026-04-10T13:55:33.855" v="2994" actId="14100"/>
          <ac:spMkLst>
            <pc:docMk/>
            <pc:sldMk cId="4098283140" sldId="325"/>
            <ac:spMk id="6" creationId="{01246315-66DD-6199-9CD9-F324068AD6E1}"/>
          </ac:spMkLst>
        </pc:spChg>
      </pc:sldChg>
      <pc:sldChg chg="addSp delSp modSp mod">
        <pc:chgData name="Fahey, Kyle" userId="97456fc6-c34f-440a-a281-d628f5ed6389" providerId="ADAL" clId="{B8395D0F-2A2F-46CD-888F-A47ACB6FE0A1}" dt="2026-04-14T17:50:25.474" v="3711" actId="20577"/>
        <pc:sldMkLst>
          <pc:docMk/>
          <pc:sldMk cId="436946344" sldId="326"/>
        </pc:sldMkLst>
        <pc:spChg chg="mod">
          <ac:chgData name="Fahey, Kyle" userId="97456fc6-c34f-440a-a281-d628f5ed6389" providerId="ADAL" clId="{B8395D0F-2A2F-46CD-888F-A47ACB6FE0A1}" dt="2026-04-14T17:46:20.072" v="3524" actId="20577"/>
          <ac:spMkLst>
            <pc:docMk/>
            <pc:sldMk cId="436946344" sldId="326"/>
            <ac:spMk id="3" creationId="{3E122284-D61C-ED3E-F810-1378E928C80B}"/>
          </ac:spMkLst>
        </pc:spChg>
        <pc:spChg chg="mod">
          <ac:chgData name="Fahey, Kyle" userId="97456fc6-c34f-440a-a281-d628f5ed6389" providerId="ADAL" clId="{B8395D0F-2A2F-46CD-888F-A47ACB6FE0A1}" dt="2026-04-14T17:50:25.474" v="3711" actId="20577"/>
          <ac:spMkLst>
            <pc:docMk/>
            <pc:sldMk cId="436946344" sldId="326"/>
            <ac:spMk id="4" creationId="{06C74700-4E96-C451-A80A-970A33A41DC5}"/>
          </ac:spMkLst>
        </pc:spChg>
        <pc:spChg chg="add del mod">
          <ac:chgData name="Fahey, Kyle" userId="97456fc6-c34f-440a-a281-d628f5ed6389" providerId="ADAL" clId="{B8395D0F-2A2F-46CD-888F-A47ACB6FE0A1}" dt="2026-04-13T15:43:07.643" v="3455" actId="478"/>
          <ac:spMkLst>
            <pc:docMk/>
            <pc:sldMk cId="436946344" sldId="326"/>
            <ac:spMk id="6" creationId="{B7C6A33B-F7F9-532A-BDC0-D5F053A28307}"/>
          </ac:spMkLst>
        </pc:spChg>
        <pc:spChg chg="add mod">
          <ac:chgData name="Fahey, Kyle" userId="97456fc6-c34f-440a-a281-d628f5ed6389" providerId="ADAL" clId="{B8395D0F-2A2F-46CD-888F-A47ACB6FE0A1}" dt="2026-04-10T13:55:48.594" v="2998" actId="14100"/>
          <ac:spMkLst>
            <pc:docMk/>
            <pc:sldMk cId="436946344" sldId="326"/>
            <ac:spMk id="7" creationId="{C22BEDD0-50D3-510A-C0D3-8F30CD217F41}"/>
          </ac:spMkLst>
        </pc:spChg>
        <pc:picChg chg="add del mod">
          <ac:chgData name="Fahey, Kyle" userId="97456fc6-c34f-440a-a281-d628f5ed6389" providerId="ADAL" clId="{B8395D0F-2A2F-46CD-888F-A47ACB6FE0A1}" dt="2026-04-13T15:43:05.010" v="3454" actId="478"/>
          <ac:picMkLst>
            <pc:docMk/>
            <pc:sldMk cId="436946344" sldId="326"/>
            <ac:picMk id="2050" creationId="{B2609DA6-44DD-759D-5A5C-FD87F81A9894}"/>
          </ac:picMkLst>
        </pc:picChg>
      </pc:sldChg>
      <pc:sldChg chg="addSp delSp modSp mod">
        <pc:chgData name="Fahey, Kyle" userId="97456fc6-c34f-440a-a281-d628f5ed6389" providerId="ADAL" clId="{B8395D0F-2A2F-46CD-888F-A47ACB6FE0A1}" dt="2026-04-13T15:39:52.252" v="3278" actId="1076"/>
        <pc:sldMkLst>
          <pc:docMk/>
          <pc:sldMk cId="3189240664" sldId="327"/>
        </pc:sldMkLst>
        <pc:spChg chg="mod">
          <ac:chgData name="Fahey, Kyle" userId="97456fc6-c34f-440a-a281-d628f5ed6389" providerId="ADAL" clId="{B8395D0F-2A2F-46CD-888F-A47ACB6FE0A1}" dt="2026-04-13T15:39:19.146" v="3277" actId="20577"/>
          <ac:spMkLst>
            <pc:docMk/>
            <pc:sldMk cId="3189240664" sldId="327"/>
            <ac:spMk id="4" creationId="{5146AF24-E9D5-F72D-DB59-053CB3456DFD}"/>
          </ac:spMkLst>
        </pc:spChg>
        <pc:spChg chg="add mod">
          <ac:chgData name="Fahey, Kyle" userId="97456fc6-c34f-440a-a281-d628f5ed6389" providerId="ADAL" clId="{B8395D0F-2A2F-46CD-888F-A47ACB6FE0A1}" dt="2026-04-10T13:54:42.229" v="2979" actId="20577"/>
          <ac:spMkLst>
            <pc:docMk/>
            <pc:sldMk cId="3189240664" sldId="327"/>
            <ac:spMk id="7" creationId="{3471FF21-20DD-F4EF-B61F-07670E679C24}"/>
          </ac:spMkLst>
        </pc:spChg>
        <pc:picChg chg="mod">
          <ac:chgData name="Fahey, Kyle" userId="97456fc6-c34f-440a-a281-d628f5ed6389" providerId="ADAL" clId="{B8395D0F-2A2F-46CD-888F-A47ACB6FE0A1}" dt="2026-04-13T15:39:52.252" v="3278" actId="1076"/>
          <ac:picMkLst>
            <pc:docMk/>
            <pc:sldMk cId="3189240664" sldId="327"/>
            <ac:picMk id="5" creationId="{DD7E89B7-8AA9-AE02-0E82-B88584DBF85C}"/>
          </ac:picMkLst>
        </pc:picChg>
      </pc:sldChg>
      <pc:sldChg chg="del ord">
        <pc:chgData name="Fahey, Kyle" userId="97456fc6-c34f-440a-a281-d628f5ed6389" providerId="ADAL" clId="{B8395D0F-2A2F-46CD-888F-A47ACB6FE0A1}" dt="2026-04-13T20:58:33.946" v="3503" actId="47"/>
        <pc:sldMkLst>
          <pc:docMk/>
          <pc:sldMk cId="198719063" sldId="328"/>
        </pc:sldMkLst>
      </pc:sldChg>
      <pc:sldChg chg="addSp delSp modSp new del mod ord">
        <pc:chgData name="Fahey, Kyle" userId="97456fc6-c34f-440a-a281-d628f5ed6389" providerId="ADAL" clId="{B8395D0F-2A2F-46CD-888F-A47ACB6FE0A1}" dt="2026-04-13T20:58:36.272" v="3504" actId="47"/>
        <pc:sldMkLst>
          <pc:docMk/>
          <pc:sldMk cId="2565965559" sldId="329"/>
        </pc:sldMkLst>
      </pc:sldChg>
      <pc:sldChg chg="addSp delSp modSp new del mod modClrScheme chgLayout">
        <pc:chgData name="Fahey, Kyle" userId="97456fc6-c34f-440a-a281-d628f5ed6389" providerId="ADAL" clId="{B8395D0F-2A2F-46CD-888F-A47ACB6FE0A1}" dt="2026-04-14T17:45:29.980" v="3514" actId="47"/>
        <pc:sldMkLst>
          <pc:docMk/>
          <pc:sldMk cId="2335432258" sldId="330"/>
        </pc:sldMkLst>
      </pc:sldChg>
      <pc:sldChg chg="addSp delSp modSp new mod">
        <pc:chgData name="Fahey, Kyle" userId="97456fc6-c34f-440a-a281-d628f5ed6389" providerId="ADAL" clId="{B8395D0F-2A2F-46CD-888F-A47ACB6FE0A1}" dt="2026-04-10T13:53:56.616" v="2954" actId="20577"/>
        <pc:sldMkLst>
          <pc:docMk/>
          <pc:sldMk cId="268205710" sldId="331"/>
        </pc:sldMkLst>
        <pc:spChg chg="mod">
          <ac:chgData name="Fahey, Kyle" userId="97456fc6-c34f-440a-a281-d628f5ed6389" providerId="ADAL" clId="{B8395D0F-2A2F-46CD-888F-A47ACB6FE0A1}" dt="2026-04-08T21:00:51.515" v="1921" actId="20577"/>
          <ac:spMkLst>
            <pc:docMk/>
            <pc:sldMk cId="268205710" sldId="331"/>
            <ac:spMk id="3" creationId="{BF4A7B0D-7E63-A7D1-D954-C055B7BA6728}"/>
          </ac:spMkLst>
        </pc:spChg>
        <pc:spChg chg="add mod">
          <ac:chgData name="Fahey, Kyle" userId="97456fc6-c34f-440a-a281-d628f5ed6389" providerId="ADAL" clId="{B8395D0F-2A2F-46CD-888F-A47ACB6FE0A1}" dt="2026-04-08T21:00:27.717" v="1903"/>
          <ac:spMkLst>
            <pc:docMk/>
            <pc:sldMk cId="268205710" sldId="331"/>
            <ac:spMk id="6" creationId="{9E01D56F-A020-A0F1-6BBC-CCADB66A8477}"/>
          </ac:spMkLst>
        </pc:spChg>
        <pc:spChg chg="add mod">
          <ac:chgData name="Fahey, Kyle" userId="97456fc6-c34f-440a-a281-d628f5ed6389" providerId="ADAL" clId="{B8395D0F-2A2F-46CD-888F-A47ACB6FE0A1}" dt="2026-04-08T21:00:27.717" v="1903"/>
          <ac:spMkLst>
            <pc:docMk/>
            <pc:sldMk cId="268205710" sldId="331"/>
            <ac:spMk id="8" creationId="{D61D88E4-61F3-1217-2400-1D9BA7938467}"/>
          </ac:spMkLst>
        </pc:spChg>
        <pc:spChg chg="add mod">
          <ac:chgData name="Fahey, Kyle" userId="97456fc6-c34f-440a-a281-d628f5ed6389" providerId="ADAL" clId="{B8395D0F-2A2F-46CD-888F-A47ACB6FE0A1}" dt="2026-04-08T21:00:27.717" v="1903"/>
          <ac:spMkLst>
            <pc:docMk/>
            <pc:sldMk cId="268205710" sldId="331"/>
            <ac:spMk id="10" creationId="{5B7D227D-05C7-EF5B-6B50-2479E2658EEF}"/>
          </ac:spMkLst>
        </pc:spChg>
        <pc:spChg chg="add mod">
          <ac:chgData name="Fahey, Kyle" userId="97456fc6-c34f-440a-a281-d628f5ed6389" providerId="ADAL" clId="{B8395D0F-2A2F-46CD-888F-A47ACB6FE0A1}" dt="2026-04-08T21:00:27.717" v="1903"/>
          <ac:spMkLst>
            <pc:docMk/>
            <pc:sldMk cId="268205710" sldId="331"/>
            <ac:spMk id="11" creationId="{407B3887-81C6-5C5B-0BE1-A6E975E1C8A6}"/>
          </ac:spMkLst>
        </pc:spChg>
        <pc:spChg chg="add mod">
          <ac:chgData name="Fahey, Kyle" userId="97456fc6-c34f-440a-a281-d628f5ed6389" providerId="ADAL" clId="{B8395D0F-2A2F-46CD-888F-A47ACB6FE0A1}" dt="2026-04-08T21:00:27.717" v="1903"/>
          <ac:spMkLst>
            <pc:docMk/>
            <pc:sldMk cId="268205710" sldId="331"/>
            <ac:spMk id="13" creationId="{8FAA5CD9-5D14-16C0-6495-F38D0419CB64}"/>
          </ac:spMkLst>
        </pc:spChg>
        <pc:spChg chg="add mod">
          <ac:chgData name="Fahey, Kyle" userId="97456fc6-c34f-440a-a281-d628f5ed6389" providerId="ADAL" clId="{B8395D0F-2A2F-46CD-888F-A47ACB6FE0A1}" dt="2026-04-10T13:53:56.616" v="2954" actId="20577"/>
          <ac:spMkLst>
            <pc:docMk/>
            <pc:sldMk cId="268205710" sldId="331"/>
            <ac:spMk id="19" creationId="{9A7F536C-8622-1044-EA54-ECF6A3694F2D}"/>
          </ac:spMkLst>
        </pc:spChg>
        <pc:picChg chg="add mod">
          <ac:chgData name="Fahey, Kyle" userId="97456fc6-c34f-440a-a281-d628f5ed6389" providerId="ADAL" clId="{B8395D0F-2A2F-46CD-888F-A47ACB6FE0A1}" dt="2026-04-08T21:00:27.717" v="1903"/>
          <ac:picMkLst>
            <pc:docMk/>
            <pc:sldMk cId="268205710" sldId="331"/>
            <ac:picMk id="5" creationId="{C6B9503E-2D47-7F5A-5F3A-900D8C67FA0C}"/>
          </ac:picMkLst>
        </pc:picChg>
        <pc:cxnChg chg="add mod">
          <ac:chgData name="Fahey, Kyle" userId="97456fc6-c34f-440a-a281-d628f5ed6389" providerId="ADAL" clId="{B8395D0F-2A2F-46CD-888F-A47ACB6FE0A1}" dt="2026-04-08T21:00:27.717" v="1903"/>
          <ac:cxnSpMkLst>
            <pc:docMk/>
            <pc:sldMk cId="268205710" sldId="331"/>
            <ac:cxnSpMk id="7" creationId="{D795798C-B17E-777D-8436-37D8CAD80475}"/>
          </ac:cxnSpMkLst>
        </pc:cxnChg>
        <pc:cxnChg chg="add mod">
          <ac:chgData name="Fahey, Kyle" userId="97456fc6-c34f-440a-a281-d628f5ed6389" providerId="ADAL" clId="{B8395D0F-2A2F-46CD-888F-A47ACB6FE0A1}" dt="2026-04-08T21:00:27.717" v="1903"/>
          <ac:cxnSpMkLst>
            <pc:docMk/>
            <pc:sldMk cId="268205710" sldId="331"/>
            <ac:cxnSpMk id="12" creationId="{A51181C1-1560-FEF2-8818-71A84EF8D324}"/>
          </ac:cxnSpMkLst>
        </pc:cxnChg>
        <pc:cxnChg chg="add mod">
          <ac:chgData name="Fahey, Kyle" userId="97456fc6-c34f-440a-a281-d628f5ed6389" providerId="ADAL" clId="{B8395D0F-2A2F-46CD-888F-A47ACB6FE0A1}" dt="2026-04-08T21:00:27.717" v="1903"/>
          <ac:cxnSpMkLst>
            <pc:docMk/>
            <pc:sldMk cId="268205710" sldId="331"/>
            <ac:cxnSpMk id="14" creationId="{A4679C8A-A05F-2570-6E37-D6642F8FF50A}"/>
          </ac:cxnSpMkLst>
        </pc:cxnChg>
        <pc:cxnChg chg="add mod">
          <ac:chgData name="Fahey, Kyle" userId="97456fc6-c34f-440a-a281-d628f5ed6389" providerId="ADAL" clId="{B8395D0F-2A2F-46CD-888F-A47ACB6FE0A1}" dt="2026-04-08T21:00:27.717" v="1903"/>
          <ac:cxnSpMkLst>
            <pc:docMk/>
            <pc:sldMk cId="268205710" sldId="331"/>
            <ac:cxnSpMk id="16" creationId="{3F5CC994-DBCA-2FE3-507C-5083FC6ADA93}"/>
          </ac:cxnSpMkLst>
        </pc:cxnChg>
      </pc:sldChg>
      <pc:sldChg chg="modSp mod">
        <pc:chgData name="Fahey, Kyle" userId="97456fc6-c34f-440a-a281-d628f5ed6389" providerId="ADAL" clId="{B8395D0F-2A2F-46CD-888F-A47ACB6FE0A1}" dt="2026-04-10T18:10:41.447" v="3002" actId="20577"/>
        <pc:sldMkLst>
          <pc:docMk/>
          <pc:sldMk cId="2701246199" sldId="333"/>
        </pc:sldMkLst>
        <pc:spChg chg="mod">
          <ac:chgData name="Fahey, Kyle" userId="97456fc6-c34f-440a-a281-d628f5ed6389" providerId="ADAL" clId="{B8395D0F-2A2F-46CD-888F-A47ACB6FE0A1}" dt="2026-04-10T18:10:41.447" v="3002" actId="20577"/>
          <ac:spMkLst>
            <pc:docMk/>
            <pc:sldMk cId="2701246199" sldId="333"/>
            <ac:spMk id="4" creationId="{13B481A3-830D-A694-581A-96DA48B4AD05}"/>
          </ac:spMkLst>
        </pc:spChg>
      </pc:sldChg>
      <pc:sldMasterChg chg="modSp mod">
        <pc:chgData name="Fahey, Kyle" userId="97456fc6-c34f-440a-a281-d628f5ed6389" providerId="ADAL" clId="{B8395D0F-2A2F-46CD-888F-A47ACB6FE0A1}" dt="2026-03-25T19:54:00.152" v="0" actId="20577"/>
        <pc:sldMasterMkLst>
          <pc:docMk/>
          <pc:sldMasterMk cId="544521178" sldId="2147483660"/>
        </pc:sldMasterMkLst>
        <pc:spChg chg="mod">
          <ac:chgData name="Fahey, Kyle" userId="97456fc6-c34f-440a-a281-d628f5ed6389" providerId="ADAL" clId="{B8395D0F-2A2F-46CD-888F-A47ACB6FE0A1}" dt="2026-03-25T19:54:00.152" v="0" actId="20577"/>
          <ac:spMkLst>
            <pc:docMk/>
            <pc:sldMasterMk cId="544521178" sldId="2147483660"/>
            <ac:spMk id="6" creationId="{B919E955-C13C-09BA-02F0-E5E9FAB7FA75}"/>
          </ac:spMkLst>
        </pc:spChg>
      </pc:sldMasterChg>
    </pc:docChg>
  </pc:docChgLst>
  <pc:docChgLst>
    <pc:chgData name="Dellaiacono, Tammy" userId="235cd29f-b173-4c92-89da-38ac8ce1ff3b" providerId="ADAL" clId="{53BE43CE-38BB-40E2-8FB4-E8E5309D912A}"/>
    <pc:docChg chg="undo custSel modSld sldOrd modMainMaster">
      <pc:chgData name="Dellaiacono, Tammy" userId="235cd29f-b173-4c92-89da-38ac8ce1ff3b" providerId="ADAL" clId="{53BE43CE-38BB-40E2-8FB4-E8E5309D912A}" dt="2026-04-14T18:38:15.868" v="376" actId="255"/>
      <pc:docMkLst>
        <pc:docMk/>
      </pc:docMkLst>
      <pc:sldChg chg="modSp mod">
        <pc:chgData name="Dellaiacono, Tammy" userId="235cd29f-b173-4c92-89da-38ac8ce1ff3b" providerId="ADAL" clId="{53BE43CE-38BB-40E2-8FB4-E8E5309D912A}" dt="2026-04-14T18:17:01.033" v="288" actId="120"/>
        <pc:sldMkLst>
          <pc:docMk/>
          <pc:sldMk cId="1123109476" sldId="258"/>
        </pc:sldMkLst>
        <pc:spChg chg="mod">
          <ac:chgData name="Dellaiacono, Tammy" userId="235cd29f-b173-4c92-89da-38ac8ce1ff3b" providerId="ADAL" clId="{53BE43CE-38BB-40E2-8FB4-E8E5309D912A}" dt="2026-04-14T18:17:01.033" v="288" actId="120"/>
          <ac:spMkLst>
            <pc:docMk/>
            <pc:sldMk cId="1123109476" sldId="258"/>
            <ac:spMk id="3" creationId="{2E3270C5-7773-EC5A-2338-6BC9386504B8}"/>
          </ac:spMkLst>
        </pc:spChg>
      </pc:sldChg>
      <pc:sldChg chg="modSp mod">
        <pc:chgData name="Dellaiacono, Tammy" userId="235cd29f-b173-4c92-89da-38ac8ce1ff3b" providerId="ADAL" clId="{53BE43CE-38BB-40E2-8FB4-E8E5309D912A}" dt="2026-04-13T13:38:09.237" v="257" actId="255"/>
        <pc:sldMkLst>
          <pc:docMk/>
          <pc:sldMk cId="3464094723" sldId="279"/>
        </pc:sldMkLst>
        <pc:spChg chg="mod">
          <ac:chgData name="Dellaiacono, Tammy" userId="235cd29f-b173-4c92-89da-38ac8ce1ff3b" providerId="ADAL" clId="{53BE43CE-38BB-40E2-8FB4-E8E5309D912A}" dt="2026-04-13T13:38:09.237" v="257" actId="255"/>
          <ac:spMkLst>
            <pc:docMk/>
            <pc:sldMk cId="3464094723" sldId="279"/>
            <ac:spMk id="2" creationId="{1C156CBC-DA70-7741-BB3F-BCDBBE052F88}"/>
          </ac:spMkLst>
        </pc:spChg>
        <pc:spChg chg="mod">
          <ac:chgData name="Dellaiacono, Tammy" userId="235cd29f-b173-4c92-89da-38ac8ce1ff3b" providerId="ADAL" clId="{53BE43CE-38BB-40E2-8FB4-E8E5309D912A}" dt="2026-04-10T20:09:24.082" v="198" actId="20577"/>
          <ac:spMkLst>
            <pc:docMk/>
            <pc:sldMk cId="3464094723" sldId="279"/>
            <ac:spMk id="3" creationId="{83802717-071F-2BED-90C3-1562DA3733F9}"/>
          </ac:spMkLst>
        </pc:spChg>
        <pc:spChg chg="mod">
          <ac:chgData name="Dellaiacono, Tammy" userId="235cd29f-b173-4c92-89da-38ac8ce1ff3b" providerId="ADAL" clId="{53BE43CE-38BB-40E2-8FB4-E8E5309D912A}" dt="2026-03-16T18:35:55.164" v="186" actId="20577"/>
          <ac:spMkLst>
            <pc:docMk/>
            <pc:sldMk cId="3464094723" sldId="279"/>
            <ac:spMk id="9" creationId="{87872E67-F4DB-9E7A-FE6C-424522F97257}"/>
          </ac:spMkLst>
        </pc:spChg>
      </pc:sldChg>
      <pc:sldChg chg="modSp mod">
        <pc:chgData name="Dellaiacono, Tammy" userId="235cd29f-b173-4c92-89da-38ac8ce1ff3b" providerId="ADAL" clId="{53BE43CE-38BB-40E2-8FB4-E8E5309D912A}" dt="2026-04-14T18:19:32.950" v="356" actId="255"/>
        <pc:sldMkLst>
          <pc:docMk/>
          <pc:sldMk cId="3883803996" sldId="315"/>
        </pc:sldMkLst>
        <pc:spChg chg="mod">
          <ac:chgData name="Dellaiacono, Tammy" userId="235cd29f-b173-4c92-89da-38ac8ce1ff3b" providerId="ADAL" clId="{53BE43CE-38BB-40E2-8FB4-E8E5309D912A}" dt="2026-04-14T18:19:32.950" v="356" actId="255"/>
          <ac:spMkLst>
            <pc:docMk/>
            <pc:sldMk cId="3883803996" sldId="315"/>
            <ac:spMk id="3" creationId="{F76D71B7-8259-A3DE-C88D-45782DD58C3A}"/>
          </ac:spMkLst>
        </pc:spChg>
        <pc:spChg chg="mod">
          <ac:chgData name="Dellaiacono, Tammy" userId="235cd29f-b173-4c92-89da-38ac8ce1ff3b" providerId="ADAL" clId="{53BE43CE-38BB-40E2-8FB4-E8E5309D912A}" dt="2026-04-10T20:09:56.517" v="204" actId="1076"/>
          <ac:spMkLst>
            <pc:docMk/>
            <pc:sldMk cId="3883803996" sldId="315"/>
            <ac:spMk id="6" creationId="{68E70F41-FB73-2D33-1A0B-F4B2768E3A49}"/>
          </ac:spMkLst>
        </pc:spChg>
      </pc:sldChg>
      <pc:sldChg chg="modSp mod">
        <pc:chgData name="Dellaiacono, Tammy" userId="235cd29f-b173-4c92-89da-38ac8ce1ff3b" providerId="ADAL" clId="{53BE43CE-38BB-40E2-8FB4-E8E5309D912A}" dt="2026-04-10T20:10:17.441" v="210" actId="1076"/>
        <pc:sldMkLst>
          <pc:docMk/>
          <pc:sldMk cId="2325365726" sldId="316"/>
        </pc:sldMkLst>
        <pc:spChg chg="mod">
          <ac:chgData name="Dellaiacono, Tammy" userId="235cd29f-b173-4c92-89da-38ac8ce1ff3b" providerId="ADAL" clId="{53BE43CE-38BB-40E2-8FB4-E8E5309D912A}" dt="2026-04-10T20:10:17.441" v="210" actId="1076"/>
          <ac:spMkLst>
            <pc:docMk/>
            <pc:sldMk cId="2325365726" sldId="316"/>
            <ac:spMk id="7" creationId="{7B679E98-BF1A-7D6B-0A28-5F8C2C0BA19C}"/>
          </ac:spMkLst>
        </pc:spChg>
      </pc:sldChg>
      <pc:sldChg chg="modSp mod">
        <pc:chgData name="Dellaiacono, Tammy" userId="235cd29f-b173-4c92-89da-38ac8ce1ff3b" providerId="ADAL" clId="{53BE43CE-38BB-40E2-8FB4-E8E5309D912A}" dt="2026-04-14T18:20:30.548" v="358" actId="14100"/>
        <pc:sldMkLst>
          <pc:docMk/>
          <pc:sldMk cId="3039603325" sldId="317"/>
        </pc:sldMkLst>
        <pc:spChg chg="mod">
          <ac:chgData name="Dellaiacono, Tammy" userId="235cd29f-b173-4c92-89da-38ac8ce1ff3b" providerId="ADAL" clId="{53BE43CE-38BB-40E2-8FB4-E8E5309D912A}" dt="2026-04-14T18:20:30.548" v="358" actId="14100"/>
          <ac:spMkLst>
            <pc:docMk/>
            <pc:sldMk cId="3039603325" sldId="317"/>
            <ac:spMk id="17" creationId="{5FB49DA0-5B6A-D677-0593-5B32ACDC4951}"/>
          </ac:spMkLst>
        </pc:spChg>
      </pc:sldChg>
      <pc:sldChg chg="modSp mod">
        <pc:chgData name="Dellaiacono, Tammy" userId="235cd29f-b173-4c92-89da-38ac8ce1ff3b" providerId="ADAL" clId="{53BE43CE-38BB-40E2-8FB4-E8E5309D912A}" dt="2026-04-10T20:13:19.541" v="256" actId="1076"/>
        <pc:sldMkLst>
          <pc:docMk/>
          <pc:sldMk cId="2215484902" sldId="318"/>
        </pc:sldMkLst>
        <pc:spChg chg="mod">
          <ac:chgData name="Dellaiacono, Tammy" userId="235cd29f-b173-4c92-89da-38ac8ce1ff3b" providerId="ADAL" clId="{53BE43CE-38BB-40E2-8FB4-E8E5309D912A}" dt="2026-04-10T20:13:19.541" v="256" actId="1076"/>
          <ac:spMkLst>
            <pc:docMk/>
            <pc:sldMk cId="2215484902" sldId="318"/>
            <ac:spMk id="8" creationId="{BEF9770C-D654-D753-5745-7E8EF4CFCE90}"/>
          </ac:spMkLst>
        </pc:spChg>
      </pc:sldChg>
      <pc:sldChg chg="modSp mod">
        <pc:chgData name="Dellaiacono, Tammy" userId="235cd29f-b173-4c92-89da-38ac8ce1ff3b" providerId="ADAL" clId="{53BE43CE-38BB-40E2-8FB4-E8E5309D912A}" dt="2026-04-14T18:38:15.868" v="376" actId="255"/>
        <pc:sldMkLst>
          <pc:docMk/>
          <pc:sldMk cId="747389807" sldId="319"/>
        </pc:sldMkLst>
        <pc:spChg chg="mod">
          <ac:chgData name="Dellaiacono, Tammy" userId="235cd29f-b173-4c92-89da-38ac8ce1ff3b" providerId="ADAL" clId="{53BE43CE-38BB-40E2-8FB4-E8E5309D912A}" dt="2026-04-10T20:09:44.694" v="201" actId="1076"/>
          <ac:spMkLst>
            <pc:docMk/>
            <pc:sldMk cId="747389807" sldId="319"/>
            <ac:spMk id="9" creationId="{949D52EA-1E66-E490-F28B-CDB05CD4DAC9}"/>
          </ac:spMkLst>
        </pc:spChg>
        <pc:graphicFrameChg chg="modGraphic">
          <ac:chgData name="Dellaiacono, Tammy" userId="235cd29f-b173-4c92-89da-38ac8ce1ff3b" providerId="ADAL" clId="{53BE43CE-38BB-40E2-8FB4-E8E5309D912A}" dt="2026-04-14T18:38:15.868" v="376" actId="255"/>
          <ac:graphicFrameMkLst>
            <pc:docMk/>
            <pc:sldMk cId="747389807" sldId="319"/>
            <ac:graphicFrameMk id="10" creationId="{D89E6F3A-CB5F-5D9B-8EDA-6FEF6AE5D391}"/>
          </ac:graphicFrameMkLst>
        </pc:graphicFrameChg>
      </pc:sldChg>
      <pc:sldChg chg="modSp mod modNotesTx">
        <pc:chgData name="Dellaiacono, Tammy" userId="235cd29f-b173-4c92-89da-38ac8ce1ff3b" providerId="ADAL" clId="{53BE43CE-38BB-40E2-8FB4-E8E5309D912A}" dt="2026-04-14T18:37:45.275" v="375" actId="2"/>
        <pc:sldMkLst>
          <pc:docMk/>
          <pc:sldMk cId="2773162621" sldId="321"/>
        </pc:sldMkLst>
        <pc:spChg chg="mod">
          <ac:chgData name="Dellaiacono, Tammy" userId="235cd29f-b173-4c92-89da-38ac8ce1ff3b" providerId="ADAL" clId="{53BE43CE-38BB-40E2-8FB4-E8E5309D912A}" dt="2026-04-14T18:20:16.928" v="357" actId="14100"/>
          <ac:spMkLst>
            <pc:docMk/>
            <pc:sldMk cId="2773162621" sldId="321"/>
            <ac:spMk id="8" creationId="{1B92D4D6-6139-528E-29CC-49A6FD913E7E}"/>
          </ac:spMkLst>
        </pc:spChg>
      </pc:sldChg>
      <pc:sldChg chg="modSp mod">
        <pc:chgData name="Dellaiacono, Tammy" userId="235cd29f-b173-4c92-89da-38ac8ce1ff3b" providerId="ADAL" clId="{53BE43CE-38BB-40E2-8FB4-E8E5309D912A}" dt="2026-04-10T20:11:22.405" v="228" actId="1076"/>
        <pc:sldMkLst>
          <pc:docMk/>
          <pc:sldMk cId="1170767587" sldId="323"/>
        </pc:sldMkLst>
        <pc:spChg chg="mod">
          <ac:chgData name="Dellaiacono, Tammy" userId="235cd29f-b173-4c92-89da-38ac8ce1ff3b" providerId="ADAL" clId="{53BE43CE-38BB-40E2-8FB4-E8E5309D912A}" dt="2026-04-10T20:11:13.081" v="226" actId="1076"/>
          <ac:spMkLst>
            <pc:docMk/>
            <pc:sldMk cId="1170767587" sldId="323"/>
            <ac:spMk id="2" creationId="{94C9DD9D-5F1E-6DDF-E44A-FBC02E5750C9}"/>
          </ac:spMkLst>
        </pc:spChg>
        <pc:spChg chg="mod">
          <ac:chgData name="Dellaiacono, Tammy" userId="235cd29f-b173-4c92-89da-38ac8ce1ff3b" providerId="ADAL" clId="{53BE43CE-38BB-40E2-8FB4-E8E5309D912A}" dt="2026-04-10T20:11:22.405" v="228" actId="1076"/>
          <ac:spMkLst>
            <pc:docMk/>
            <pc:sldMk cId="1170767587" sldId="323"/>
            <ac:spMk id="11" creationId="{FD8DD41D-16B8-1D84-4BF9-390DE68F0702}"/>
          </ac:spMkLst>
        </pc:spChg>
        <pc:picChg chg="mod">
          <ac:chgData name="Dellaiacono, Tammy" userId="235cd29f-b173-4c92-89da-38ac8ce1ff3b" providerId="ADAL" clId="{53BE43CE-38BB-40E2-8FB4-E8E5309D912A}" dt="2026-04-10T20:11:18.441" v="227" actId="1076"/>
          <ac:picMkLst>
            <pc:docMk/>
            <pc:sldMk cId="1170767587" sldId="323"/>
            <ac:picMk id="8" creationId="{F9619FC0-EE86-E05E-2B2A-3F1E663576C0}"/>
          </ac:picMkLst>
        </pc:picChg>
      </pc:sldChg>
      <pc:sldChg chg="modSp mod">
        <pc:chgData name="Dellaiacono, Tammy" userId="235cd29f-b173-4c92-89da-38ac8ce1ff3b" providerId="ADAL" clId="{53BE43CE-38BB-40E2-8FB4-E8E5309D912A}" dt="2026-04-14T18:21:19.382" v="359" actId="1076"/>
        <pc:sldMkLst>
          <pc:docMk/>
          <pc:sldMk cId="1407981556" sldId="324"/>
        </pc:sldMkLst>
        <pc:spChg chg="mod">
          <ac:chgData name="Dellaiacono, Tammy" userId="235cd29f-b173-4c92-89da-38ac8ce1ff3b" providerId="ADAL" clId="{53BE43CE-38BB-40E2-8FB4-E8E5309D912A}" dt="2026-04-14T18:21:19.382" v="359" actId="1076"/>
          <ac:spMkLst>
            <pc:docMk/>
            <pc:sldMk cId="1407981556" sldId="324"/>
            <ac:spMk id="6" creationId="{89B01975-99F3-68CC-E2BB-601706ADFEEE}"/>
          </ac:spMkLst>
        </pc:spChg>
      </pc:sldChg>
      <pc:sldChg chg="modSp mod">
        <pc:chgData name="Dellaiacono, Tammy" userId="235cd29f-b173-4c92-89da-38ac8ce1ff3b" providerId="ADAL" clId="{53BE43CE-38BB-40E2-8FB4-E8E5309D912A}" dt="2026-04-14T18:36:41.602" v="370" actId="1076"/>
        <pc:sldMkLst>
          <pc:docMk/>
          <pc:sldMk cId="4098283140" sldId="325"/>
        </pc:sldMkLst>
        <pc:spChg chg="mod">
          <ac:chgData name="Dellaiacono, Tammy" userId="235cd29f-b173-4c92-89da-38ac8ce1ff3b" providerId="ADAL" clId="{53BE43CE-38BB-40E2-8FB4-E8E5309D912A}" dt="2026-04-14T18:36:41.602" v="370" actId="1076"/>
          <ac:spMkLst>
            <pc:docMk/>
            <pc:sldMk cId="4098283140" sldId="325"/>
            <ac:spMk id="6" creationId="{01246315-66DD-6199-9CD9-F324068AD6E1}"/>
          </ac:spMkLst>
        </pc:spChg>
      </pc:sldChg>
      <pc:sldChg chg="modSp mod">
        <pc:chgData name="Dellaiacono, Tammy" userId="235cd29f-b173-4c92-89da-38ac8ce1ff3b" providerId="ADAL" clId="{53BE43CE-38BB-40E2-8FB4-E8E5309D912A}" dt="2026-04-14T18:36:46.393" v="371" actId="1076"/>
        <pc:sldMkLst>
          <pc:docMk/>
          <pc:sldMk cId="436946344" sldId="326"/>
        </pc:sldMkLst>
        <pc:spChg chg="mod">
          <ac:chgData name="Dellaiacono, Tammy" userId="235cd29f-b173-4c92-89da-38ac8ce1ff3b" providerId="ADAL" clId="{53BE43CE-38BB-40E2-8FB4-E8E5309D912A}" dt="2026-04-14T18:36:46.393" v="371" actId="1076"/>
          <ac:spMkLst>
            <pc:docMk/>
            <pc:sldMk cId="436946344" sldId="326"/>
            <ac:spMk id="7" creationId="{C22BEDD0-50D3-510A-C0D3-8F30CD217F41}"/>
          </ac:spMkLst>
        </pc:spChg>
      </pc:sldChg>
      <pc:sldChg chg="modSp mod">
        <pc:chgData name="Dellaiacono, Tammy" userId="235cd29f-b173-4c92-89da-38ac8ce1ff3b" providerId="ADAL" clId="{53BE43CE-38BB-40E2-8FB4-E8E5309D912A}" dt="2026-04-10T20:10:47.482" v="219" actId="1076"/>
        <pc:sldMkLst>
          <pc:docMk/>
          <pc:sldMk cId="3189240664" sldId="327"/>
        </pc:sldMkLst>
        <pc:spChg chg="mod">
          <ac:chgData name="Dellaiacono, Tammy" userId="235cd29f-b173-4c92-89da-38ac8ce1ff3b" providerId="ADAL" clId="{53BE43CE-38BB-40E2-8FB4-E8E5309D912A}" dt="2026-04-10T20:10:47.482" v="219" actId="1076"/>
          <ac:spMkLst>
            <pc:docMk/>
            <pc:sldMk cId="3189240664" sldId="327"/>
            <ac:spMk id="7" creationId="{3471FF21-20DD-F4EF-B61F-07670E679C24}"/>
          </ac:spMkLst>
        </pc:spChg>
      </pc:sldChg>
      <pc:sldChg chg="modSp mod">
        <pc:chgData name="Dellaiacono, Tammy" userId="235cd29f-b173-4c92-89da-38ac8ce1ff3b" providerId="ADAL" clId="{53BE43CE-38BB-40E2-8FB4-E8E5309D912A}" dt="2026-04-14T18:37:19.076" v="374" actId="2"/>
        <pc:sldMkLst>
          <pc:docMk/>
          <pc:sldMk cId="268205710" sldId="331"/>
        </pc:sldMkLst>
        <pc:spChg chg="mod">
          <ac:chgData name="Dellaiacono, Tammy" userId="235cd29f-b173-4c92-89da-38ac8ce1ff3b" providerId="ADAL" clId="{53BE43CE-38BB-40E2-8FB4-E8E5309D912A}" dt="2026-04-14T18:37:17.224" v="373" actId="2"/>
          <ac:spMkLst>
            <pc:docMk/>
            <pc:sldMk cId="268205710" sldId="331"/>
            <ac:spMk id="6" creationId="{9E01D56F-A020-A0F1-6BBC-CCADB66A8477}"/>
          </ac:spMkLst>
        </pc:spChg>
        <pc:spChg chg="mod">
          <ac:chgData name="Dellaiacono, Tammy" userId="235cd29f-b173-4c92-89da-38ac8ce1ff3b" providerId="ADAL" clId="{53BE43CE-38BB-40E2-8FB4-E8E5309D912A}" dt="2026-04-14T18:37:19.076" v="374" actId="2"/>
          <ac:spMkLst>
            <pc:docMk/>
            <pc:sldMk cId="268205710" sldId="331"/>
            <ac:spMk id="10" creationId="{5B7D227D-05C7-EF5B-6B50-2479E2658EEF}"/>
          </ac:spMkLst>
        </pc:spChg>
        <pc:spChg chg="mod">
          <ac:chgData name="Dellaiacono, Tammy" userId="235cd29f-b173-4c92-89da-38ac8ce1ff3b" providerId="ADAL" clId="{53BE43CE-38BB-40E2-8FB4-E8E5309D912A}" dt="2026-04-14T18:36:04.050" v="368" actId="14100"/>
          <ac:spMkLst>
            <pc:docMk/>
            <pc:sldMk cId="268205710" sldId="331"/>
            <ac:spMk id="19" creationId="{9A7F536C-8622-1044-EA54-ECF6A3694F2D}"/>
          </ac:spMkLst>
        </pc:spChg>
      </pc:sldChg>
      <pc:sldChg chg="modSp mod">
        <pc:chgData name="Dellaiacono, Tammy" userId="235cd29f-b173-4c92-89da-38ac8ce1ff3b" providerId="ADAL" clId="{53BE43CE-38BB-40E2-8FB4-E8E5309D912A}" dt="2026-04-10T20:11:36.774" v="232" actId="1076"/>
        <pc:sldMkLst>
          <pc:docMk/>
          <pc:sldMk cId="2701246199" sldId="333"/>
        </pc:sldMkLst>
        <pc:spChg chg="mod">
          <ac:chgData name="Dellaiacono, Tammy" userId="235cd29f-b173-4c92-89da-38ac8ce1ff3b" providerId="ADAL" clId="{53BE43CE-38BB-40E2-8FB4-E8E5309D912A}" dt="2026-04-10T20:11:36.774" v="232" actId="1076"/>
          <ac:spMkLst>
            <pc:docMk/>
            <pc:sldMk cId="2701246199" sldId="333"/>
            <ac:spMk id="6" creationId="{4885119F-A3E3-EDEB-44E5-E9F3C0693B33}"/>
          </ac:spMkLst>
        </pc:spChg>
      </pc:sldChg>
      <pc:sldMasterChg chg="modSp mod">
        <pc:chgData name="Dellaiacono, Tammy" userId="235cd29f-b173-4c92-89da-38ac8ce1ff3b" providerId="ADAL" clId="{53BE43CE-38BB-40E2-8FB4-E8E5309D912A}" dt="2026-04-13T19:51:58.229" v="284" actId="20577"/>
        <pc:sldMasterMkLst>
          <pc:docMk/>
          <pc:sldMasterMk cId="544521178" sldId="2147483660"/>
        </pc:sldMasterMkLst>
        <pc:spChg chg="mod">
          <ac:chgData name="Dellaiacono, Tammy" userId="235cd29f-b173-4c92-89da-38ac8ce1ff3b" providerId="ADAL" clId="{53BE43CE-38BB-40E2-8FB4-E8E5309D912A}" dt="2026-04-13T19:51:58.229" v="284" actId="20577"/>
          <ac:spMkLst>
            <pc:docMk/>
            <pc:sldMasterMk cId="544521178" sldId="2147483660"/>
            <ac:spMk id="4" creationId="{688E02E5-B6DE-6A8F-1CAC-5B5330D6CCDE}"/>
          </ac:spMkLst>
        </pc:spChg>
        <pc:spChg chg="mod">
          <ac:chgData name="Dellaiacono, Tammy" userId="235cd29f-b173-4c92-89da-38ac8ce1ff3b" providerId="ADAL" clId="{53BE43CE-38BB-40E2-8FB4-E8E5309D912A}" dt="2026-03-16T18:36:05.794" v="196" actId="20577"/>
          <ac:spMkLst>
            <pc:docMk/>
            <pc:sldMasterMk cId="544521178" sldId="2147483660"/>
            <ac:spMk id="6" creationId="{B919E955-C13C-09BA-02F0-E5E9FAB7FA75}"/>
          </ac:spMkLst>
        </pc:spChg>
      </pc:sldMasterChg>
      <pc:sldMasterChg chg="modSldLayout">
        <pc:chgData name="Dellaiacono, Tammy" userId="235cd29f-b173-4c92-89da-38ac8ce1ff3b" providerId="ADAL" clId="{53BE43CE-38BB-40E2-8FB4-E8E5309D912A}" dt="2026-04-14T18:18:59.394" v="355" actId="1076"/>
        <pc:sldMasterMkLst>
          <pc:docMk/>
          <pc:sldMasterMk cId="82873291" sldId="2147483669"/>
        </pc:sldMasterMkLst>
        <pc:sldLayoutChg chg="addSp modSp mod">
          <pc:chgData name="Dellaiacono, Tammy" userId="235cd29f-b173-4c92-89da-38ac8ce1ff3b" providerId="ADAL" clId="{53BE43CE-38BB-40E2-8FB4-E8E5309D912A}" dt="2026-04-14T18:18:59.394" v="355" actId="1076"/>
          <pc:sldLayoutMkLst>
            <pc:docMk/>
            <pc:sldMasterMk cId="82873291" sldId="2147483669"/>
            <pc:sldLayoutMk cId="2001037933" sldId="2147483674"/>
          </pc:sldLayoutMkLst>
          <pc:spChg chg="add mod">
            <ac:chgData name="Dellaiacono, Tammy" userId="235cd29f-b173-4c92-89da-38ac8ce1ff3b" providerId="ADAL" clId="{53BE43CE-38BB-40E2-8FB4-E8E5309D912A}" dt="2026-04-14T18:18:30.551" v="343" actId="1076"/>
            <ac:spMkLst>
              <pc:docMk/>
              <pc:sldMasterMk cId="82873291" sldId="2147483669"/>
              <pc:sldLayoutMk cId="2001037933" sldId="2147483674"/>
              <ac:spMk id="2" creationId="{394B5626-B4F3-4846-FB43-0ED42B9AC159}"/>
            </ac:spMkLst>
          </pc:spChg>
          <pc:spChg chg="add mod">
            <ac:chgData name="Dellaiacono, Tammy" userId="235cd29f-b173-4c92-89da-38ac8ce1ff3b" providerId="ADAL" clId="{53BE43CE-38BB-40E2-8FB4-E8E5309D912A}" dt="2026-04-14T18:18:59.394" v="355" actId="1076"/>
            <ac:spMkLst>
              <pc:docMk/>
              <pc:sldMasterMk cId="82873291" sldId="2147483669"/>
              <pc:sldLayoutMk cId="2001037933" sldId="2147483674"/>
              <ac:spMk id="3" creationId="{DB720E47-35E2-C550-0FA3-F575942AF993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36F475-F7F5-6C41-B37C-656C49194CAF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5839EF-EF2D-A244-8B03-02564FD38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280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Carrier does not need specific software </a:t>
            </a:r>
          </a:p>
          <a:p>
            <a:r>
              <a:rPr lang="en-US">
                <a:ea typeface="Calibri"/>
                <a:cs typeface="Calibri"/>
              </a:rPr>
              <a:t>Requ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839EF-EF2D-A244-8B03-02564FD3872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884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DesyRDL to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839EF-EF2D-A244-8B03-02564FD3872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6477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Details of Program DSP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839EF-EF2D-A244-8B03-02564FD3872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494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Put length of test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839EF-EF2D-A244-8B03-02564FD3872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7703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EPICS is well documented</a:t>
            </a:r>
          </a:p>
          <a:p>
            <a:r>
              <a:rPr lang="en-US">
                <a:ea typeface="Calibri"/>
                <a:cs typeface="Calibri"/>
              </a:rPr>
              <a:t>Grammar of second bullet 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839EF-EF2D-A244-8B03-02564FD3872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7349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Bring waveform to digitizer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5839EF-EF2D-A244-8B03-02564FD3872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690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5.emf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FD422-CF21-5F4B-9F3C-D943F67A9B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3175" y="1481540"/>
            <a:ext cx="10334625" cy="1947460"/>
          </a:xfrm>
        </p:spPr>
        <p:txBody>
          <a:bodyPr anchor="t" anchorCtr="0"/>
          <a:lstStyle>
            <a:lvl1pPr algn="l">
              <a:defRPr sz="6000" b="1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A5F0DF-C789-3B48-88B2-EEF178B168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175" y="4712963"/>
            <a:ext cx="10334625" cy="74618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87851E-C1E1-6E46-8D1B-95D6C18885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3175" y="3441178"/>
            <a:ext cx="10334625" cy="1259607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99D03B-F4BD-85C1-5955-B2BB7ACF4A4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26314" y="472833"/>
            <a:ext cx="1632203" cy="457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6D9F0E-4B80-0FD1-A24A-1C1B60A4BB4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566183" y="472833"/>
            <a:ext cx="1787236" cy="457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496317-0189-6060-26F4-32FD0508897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067685" y="472833"/>
            <a:ext cx="1825604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655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orient="horz" pos="2160" userDrawn="1">
          <p15:clr>
            <a:srgbClr val="FBAE40"/>
          </p15:clr>
        </p15:guide>
        <p15:guide id="8" pos="3840" userDrawn="1">
          <p15:clr>
            <a:srgbClr val="FBAE40"/>
          </p15:clr>
        </p15:guide>
        <p15:guide id="9" orient="horz" pos="3888" userDrawn="1">
          <p15:clr>
            <a:srgbClr val="FBAE40"/>
          </p15:clr>
        </p15:guide>
        <p15:guide id="10" pos="360" userDrawn="1">
          <p15:clr>
            <a:srgbClr val="FBAE40"/>
          </p15:clr>
        </p15:guide>
        <p15:guide id="11" pos="7320" userDrawn="1">
          <p15:clr>
            <a:srgbClr val="FBAE40"/>
          </p15:clr>
        </p15:guide>
        <p15:guide id="12" orient="horz" pos="398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4785F67-179E-4145-8BCB-4A0C61A89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0018" y="6316595"/>
            <a:ext cx="432486" cy="3651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000"/>
            </a:lvl1pPr>
          </a:lstStyle>
          <a:p>
            <a:pPr algn="ctr"/>
            <a:fld id="{933A556B-7C63-244D-9B7C-B0EA8042B330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7747BA-6145-3552-2339-5F4BF5DF2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579" y="0"/>
            <a:ext cx="11499925" cy="8251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4C6E50E-3840-229D-97E9-6585956B40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1963" y="981075"/>
            <a:ext cx="11499850" cy="5065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4568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B965E-00C4-6F4C-8817-84A69C14D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926A3-B154-C14C-BFED-E141D3C8B7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2579" y="975360"/>
            <a:ext cx="5524500" cy="4891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40C922-34CF-D846-A402-06F51B1894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4923" y="975360"/>
            <a:ext cx="5755084" cy="4891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868AE-308B-D548-82A1-318656FC55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7522" y="6316595"/>
            <a:ext cx="432486" cy="3651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000"/>
            </a:lvl1pPr>
          </a:lstStyle>
          <a:p>
            <a:pPr algn="ctr"/>
            <a:fld id="{933A556B-7C63-244D-9B7C-B0EA8042B33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614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D9BCDB3-24E9-1B4D-0A74-4298674A99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7522" y="6316595"/>
            <a:ext cx="432486" cy="3651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000"/>
            </a:lvl1pPr>
          </a:lstStyle>
          <a:p>
            <a:pPr algn="ctr"/>
            <a:fld id="{933A556B-7C63-244D-9B7C-B0EA8042B33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252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4785F67-179E-4145-8BCB-4A0C61A89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0018" y="6240333"/>
            <a:ext cx="432486" cy="29404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fld id="{933A556B-7C63-244D-9B7C-B0EA8042B33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7747BA-6145-3552-2339-5F4BF5DF2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579" y="0"/>
            <a:ext cx="11499925" cy="8251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65258C7-5BE3-51E9-6313-6F03042F3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79" y="975365"/>
            <a:ext cx="11499925" cy="48658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0C71E18-8584-A0E2-3682-9547339B30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57613" y="6121420"/>
            <a:ext cx="3151015" cy="294041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848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FD422-CF21-5F4B-9F3C-D943F67A9B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3175" y="1481540"/>
            <a:ext cx="10334625" cy="1947460"/>
          </a:xfrm>
        </p:spPr>
        <p:txBody>
          <a:bodyPr anchor="t" anchorCtr="0"/>
          <a:lstStyle>
            <a:lvl1pPr algn="l">
              <a:defRPr sz="6000" b="1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A5F0DF-C789-3B48-88B2-EEF178B168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175" y="4712963"/>
            <a:ext cx="10334625" cy="74618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87851E-C1E1-6E46-8D1B-95D6C18885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3175" y="3441178"/>
            <a:ext cx="10334625" cy="1259607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6D9F0E-4B80-0FD1-A24A-1C1B60A4BB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983308" y="450531"/>
            <a:ext cx="1787236" cy="457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496317-0189-6060-26F4-32FD0508897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5554" y="457965"/>
            <a:ext cx="1825604" cy="457200"/>
          </a:xfrm>
          <a:prstGeom prst="rect">
            <a:avLst/>
          </a:prstGeom>
        </p:spPr>
      </p:pic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2C982CCA-1B74-BF6E-B229-11EF11E8D20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294996" y="480267"/>
            <a:ext cx="2309706" cy="408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07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orient="horz" pos="2160">
          <p15:clr>
            <a:srgbClr val="FBAE40"/>
          </p15:clr>
        </p15:guide>
        <p15:guide id="8" pos="3840">
          <p15:clr>
            <a:srgbClr val="FBAE40"/>
          </p15:clr>
        </p15:guide>
        <p15:guide id="9" orient="horz" pos="3888">
          <p15:clr>
            <a:srgbClr val="FBAE40"/>
          </p15:clr>
        </p15:guide>
        <p15:guide id="10" pos="360">
          <p15:clr>
            <a:srgbClr val="FBAE40"/>
          </p15:clr>
        </p15:guide>
        <p15:guide id="11" pos="7320">
          <p15:clr>
            <a:srgbClr val="FBAE40"/>
          </p15:clr>
        </p15:guide>
        <p15:guide id="12" orient="horz" pos="398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4785F67-179E-4145-8BCB-4A0C61A89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0018" y="6316595"/>
            <a:ext cx="432486" cy="3651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000"/>
            </a:lvl1pPr>
          </a:lstStyle>
          <a:p>
            <a:pPr algn="ctr"/>
            <a:fld id="{933A556B-7C63-244D-9B7C-B0EA8042B330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7747BA-6145-3552-2339-5F4BF5DF2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579" y="0"/>
            <a:ext cx="11499925" cy="8251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65258C7-5BE3-51E9-6313-6F03042F3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79" y="975365"/>
            <a:ext cx="11499925" cy="48658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3A592-2C2C-1149-FE30-72A494F277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85192" y="6316595"/>
            <a:ext cx="2659380" cy="365125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Title of Meeting/Review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0C71E18-8584-A0E2-3682-9547339B30E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94220" y="6316595"/>
            <a:ext cx="2659380" cy="365125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Name of Presenter</a:t>
            </a:r>
          </a:p>
        </p:txBody>
      </p:sp>
    </p:spTree>
    <p:extLst>
      <p:ext uri="{BB962C8B-B14F-4D97-AF65-F5344CB8AC3E}">
        <p14:creationId xmlns:p14="http://schemas.microsoft.com/office/powerpoint/2010/main" val="1610016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B965E-00C4-6F4C-8817-84A69C14D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926A3-B154-C14C-BFED-E141D3C8B7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2579" y="975360"/>
            <a:ext cx="5524500" cy="4891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40C922-34CF-D846-A402-06F51B1894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4923" y="975360"/>
            <a:ext cx="5755084" cy="4891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868AE-308B-D548-82A1-318656FC55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7522" y="6316595"/>
            <a:ext cx="432486" cy="3651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000"/>
            </a:lvl1pPr>
          </a:lstStyle>
          <a:p>
            <a:pPr algn="ctr"/>
            <a:fld id="{933A556B-7C63-244D-9B7C-B0EA8042B330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CFA25C5-6468-E921-5CC9-27F4A33A76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85192" y="6316595"/>
            <a:ext cx="2659380" cy="365125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Title of Meeting/Review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395F968-4504-BF25-C965-31E73F6616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94220" y="6316595"/>
            <a:ext cx="2659380" cy="365125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Name of Presenter</a:t>
            </a:r>
          </a:p>
        </p:txBody>
      </p:sp>
    </p:spTree>
    <p:extLst>
      <p:ext uri="{BB962C8B-B14F-4D97-AF65-F5344CB8AC3E}">
        <p14:creationId xmlns:p14="http://schemas.microsoft.com/office/powerpoint/2010/main" val="519536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D9BCDB3-24E9-1B4D-0A74-4298674A99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7522" y="6316595"/>
            <a:ext cx="432486" cy="3651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000"/>
            </a:lvl1pPr>
          </a:lstStyle>
          <a:p>
            <a:pPr algn="ctr"/>
            <a:fld id="{933A556B-7C63-244D-9B7C-B0EA8042B330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8DB6E2-DDA3-22B8-7251-F0B132B676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85192" y="6316595"/>
            <a:ext cx="2659380" cy="365125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Title of Meeting/Review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439522C-42D3-98C9-C46E-2F2D03D435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94220" y="6316595"/>
            <a:ext cx="2659380" cy="365125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Name of Presenter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D45B976-F9BD-96F9-4119-FEAF693C373D}"/>
              </a:ext>
            </a:extLst>
          </p:cNvPr>
          <p:cNvCxnSpPr/>
          <p:nvPr userDrawn="1"/>
        </p:nvCxnSpPr>
        <p:spPr>
          <a:xfrm>
            <a:off x="462579" y="6111240"/>
            <a:ext cx="1149992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558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4785F67-179E-4145-8BCB-4A0C61A89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0018" y="6316595"/>
            <a:ext cx="432486" cy="3651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000"/>
            </a:lvl1pPr>
          </a:lstStyle>
          <a:p>
            <a:pPr algn="ctr"/>
            <a:fld id="{933A556B-7C63-244D-9B7C-B0EA8042B330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7747BA-6145-3552-2339-5F4BF5DF2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579" y="0"/>
            <a:ext cx="11499925" cy="8251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4C6E50E-3840-229D-97E9-6585956B40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1963" y="981075"/>
            <a:ext cx="11499850" cy="5065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4B5626-B4F3-4846-FB43-0ED42B9AC159}"/>
              </a:ext>
            </a:extLst>
          </p:cNvPr>
          <p:cNvSpPr txBox="1"/>
          <p:nvPr userDrawn="1"/>
        </p:nvSpPr>
        <p:spPr>
          <a:xfrm>
            <a:off x="372586" y="6484554"/>
            <a:ext cx="36081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1">
                    <a:lumMod val="75000"/>
                  </a:schemeClr>
                </a:solidFill>
              </a:rPr>
              <a:t>LLRF Controls-ASR-PDR2, April 21</a:t>
            </a:r>
            <a:r>
              <a:rPr lang="en-US" sz="1200" baseline="30000">
                <a:solidFill>
                  <a:schemeClr val="bg1">
                    <a:lumMod val="75000"/>
                  </a:schemeClr>
                </a:solidFill>
              </a:rPr>
              <a:t>st</a:t>
            </a:r>
            <a:r>
              <a:rPr lang="en-US" sz="1200">
                <a:solidFill>
                  <a:schemeClr val="bg1">
                    <a:lumMod val="75000"/>
                  </a:schemeClr>
                </a:solidFill>
              </a:rPr>
              <a:t> &amp; 22</a:t>
            </a:r>
            <a:r>
              <a:rPr lang="en-US" sz="1200" baseline="30000">
                <a:solidFill>
                  <a:schemeClr val="bg1">
                    <a:lumMod val="75000"/>
                  </a:schemeClr>
                </a:solidFill>
              </a:rPr>
              <a:t>nd</a:t>
            </a:r>
            <a:r>
              <a:rPr lang="en-US" sz="1200">
                <a:solidFill>
                  <a:schemeClr val="bg1">
                    <a:lumMod val="75000"/>
                  </a:schemeClr>
                </a:solidFill>
              </a:rPr>
              <a:t>,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720E47-35E2-C550-0FA3-F575942AF993}"/>
              </a:ext>
            </a:extLst>
          </p:cNvPr>
          <p:cNvSpPr txBox="1"/>
          <p:nvPr userDrawn="1"/>
        </p:nvSpPr>
        <p:spPr>
          <a:xfrm>
            <a:off x="6359877" y="6484553"/>
            <a:ext cx="1650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1">
                    <a:lumMod val="75000"/>
                  </a:schemeClr>
                </a:solidFill>
              </a:rPr>
              <a:t>K. Fahey</a:t>
            </a:r>
          </a:p>
        </p:txBody>
      </p:sp>
    </p:spTree>
    <p:extLst>
      <p:ext uri="{BB962C8B-B14F-4D97-AF65-F5344CB8AC3E}">
        <p14:creationId xmlns:p14="http://schemas.microsoft.com/office/powerpoint/2010/main" val="2001037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7DAAA2-8718-2247-8539-9A0DC22C0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579" y="0"/>
            <a:ext cx="11499925" cy="8251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3056FE-C136-A54B-9DE3-EACD8E08F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2579" y="975365"/>
            <a:ext cx="11499925" cy="48658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25833E0-DD3D-DF4F-9316-F67B7A80E3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0018" y="6316595"/>
            <a:ext cx="432486" cy="3651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100" b="1">
                <a:solidFill>
                  <a:schemeClr val="tx1"/>
                </a:solidFill>
              </a:defRPr>
            </a:lvl1pPr>
          </a:lstStyle>
          <a:p>
            <a:fld id="{933A556B-7C63-244D-9B7C-B0EA8042B3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B150B5-704F-CF21-3183-8DB97C07706C}"/>
              </a:ext>
            </a:extLst>
          </p:cNvPr>
          <p:cNvCxnSpPr>
            <a:cxnSpLocks/>
          </p:cNvCxnSpPr>
          <p:nvPr userDrawn="1"/>
        </p:nvCxnSpPr>
        <p:spPr>
          <a:xfrm>
            <a:off x="462579" y="825178"/>
            <a:ext cx="11499925" cy="0"/>
          </a:xfrm>
          <a:prstGeom prst="line">
            <a:avLst/>
          </a:prstGeom>
          <a:ln w="25400">
            <a:gradFill>
              <a:gsLst>
                <a:gs pos="0">
                  <a:schemeClr val="bg2"/>
                </a:gs>
                <a:gs pos="100000">
                  <a:schemeClr val="accent5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8E02E5-B6DE-6A8F-1CAC-5B5330D6CCDE}"/>
              </a:ext>
            </a:extLst>
          </p:cNvPr>
          <p:cNvSpPr txBox="1"/>
          <p:nvPr userDrawn="1"/>
        </p:nvSpPr>
        <p:spPr>
          <a:xfrm>
            <a:off x="369881" y="6499156"/>
            <a:ext cx="46280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1">
                    <a:lumMod val="65000"/>
                  </a:schemeClr>
                </a:solidFill>
              </a:rPr>
              <a:t>LLRF Controls-ASR-PDR2, April 21</a:t>
            </a:r>
            <a:r>
              <a:rPr lang="en-US" sz="1200" baseline="30000">
                <a:solidFill>
                  <a:schemeClr val="bg1">
                    <a:lumMod val="65000"/>
                  </a:schemeClr>
                </a:solidFill>
              </a:rPr>
              <a:t>st</a:t>
            </a:r>
            <a:r>
              <a:rPr lang="en-US" sz="1200">
                <a:solidFill>
                  <a:schemeClr val="bg1">
                    <a:lumMod val="65000"/>
                  </a:schemeClr>
                </a:solidFill>
              </a:rPr>
              <a:t> &amp; 22</a:t>
            </a:r>
            <a:r>
              <a:rPr lang="en-US" sz="1200" baseline="30000">
                <a:solidFill>
                  <a:schemeClr val="bg1">
                    <a:lumMod val="65000"/>
                  </a:schemeClr>
                </a:solidFill>
              </a:rPr>
              <a:t>nd</a:t>
            </a:r>
            <a:r>
              <a:rPr lang="en-US" sz="1200">
                <a:solidFill>
                  <a:schemeClr val="bg1">
                    <a:lumMod val="65000"/>
                  </a:schemeClr>
                </a:solidFill>
              </a:rPr>
              <a:t>, 2026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19E955-C13C-09BA-02F0-E5E9FAB7FA75}"/>
              </a:ext>
            </a:extLst>
          </p:cNvPr>
          <p:cNvSpPr txBox="1"/>
          <p:nvPr userDrawn="1"/>
        </p:nvSpPr>
        <p:spPr>
          <a:xfrm>
            <a:off x="5988877" y="6499156"/>
            <a:ext cx="28682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1">
                    <a:lumMod val="65000"/>
                  </a:schemeClr>
                </a:solidFill>
              </a:rPr>
              <a:t>K. Fahey</a:t>
            </a:r>
          </a:p>
        </p:txBody>
      </p:sp>
    </p:spTree>
    <p:extLst>
      <p:ext uri="{BB962C8B-B14F-4D97-AF65-F5344CB8AC3E}">
        <p14:creationId xmlns:p14="http://schemas.microsoft.com/office/powerpoint/2010/main" val="544521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7" r:id="rId4"/>
    <p:sldLayoutId id="2147483668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u="none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pos="360" userDrawn="1">
          <p15:clr>
            <a:srgbClr val="F26B43"/>
          </p15:clr>
        </p15:guide>
        <p15:guide id="10" orient="horz" pos="3888" userDrawn="1">
          <p15:clr>
            <a:srgbClr val="F26B43"/>
          </p15:clr>
        </p15:guide>
        <p15:guide id="11" pos="7320" userDrawn="1">
          <p15:clr>
            <a:srgbClr val="F26B43"/>
          </p15:clr>
        </p15:guide>
        <p15:guide id="12" orient="horz" pos="412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7DAAA2-8718-2247-8539-9A0DC22C0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579" y="0"/>
            <a:ext cx="11499925" cy="8251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3056FE-C136-A54B-9DE3-EACD8E08F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2579" y="975365"/>
            <a:ext cx="11499925" cy="48658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25833E0-DD3D-DF4F-9316-F67B7A80E3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0018" y="6316595"/>
            <a:ext cx="432486" cy="3651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100" b="1">
                <a:solidFill>
                  <a:schemeClr val="tx1"/>
                </a:solidFill>
              </a:defRPr>
            </a:lvl1pPr>
          </a:lstStyle>
          <a:p>
            <a:fld id="{933A556B-7C63-244D-9B7C-B0EA8042B33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B150B5-704F-CF21-3183-8DB97C07706C}"/>
              </a:ext>
            </a:extLst>
          </p:cNvPr>
          <p:cNvCxnSpPr>
            <a:cxnSpLocks/>
          </p:cNvCxnSpPr>
          <p:nvPr userDrawn="1"/>
        </p:nvCxnSpPr>
        <p:spPr>
          <a:xfrm>
            <a:off x="462579" y="825178"/>
            <a:ext cx="11499925" cy="0"/>
          </a:xfrm>
          <a:prstGeom prst="line">
            <a:avLst/>
          </a:prstGeom>
          <a:ln w="25400">
            <a:gradFill>
              <a:gsLst>
                <a:gs pos="0">
                  <a:schemeClr val="bg2"/>
                </a:gs>
                <a:gs pos="100000">
                  <a:schemeClr val="accent5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58D2D7-4525-7982-81CE-BAFE8EFB999D}"/>
              </a:ext>
            </a:extLst>
          </p:cNvPr>
          <p:cNvCxnSpPr/>
          <p:nvPr userDrawn="1"/>
        </p:nvCxnSpPr>
        <p:spPr>
          <a:xfrm>
            <a:off x="462579" y="6111240"/>
            <a:ext cx="1149992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873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u="none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360">
          <p15:clr>
            <a:srgbClr val="F26B43"/>
          </p15:clr>
        </p15:guide>
        <p15:guide id="10" orient="horz" pos="3888">
          <p15:clr>
            <a:srgbClr val="F26B43"/>
          </p15:clr>
        </p15:guide>
        <p15:guide id="11" pos="7320">
          <p15:clr>
            <a:srgbClr val="F26B43"/>
          </p15:clr>
        </p15:guide>
        <p15:guide id="12" orient="horz" pos="412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56CBC-DA70-7741-BB3F-BCDBBE052F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175" y="1481540"/>
            <a:ext cx="10334625" cy="923424"/>
          </a:xfrm>
        </p:spPr>
        <p:txBody>
          <a:bodyPr>
            <a:normAutofit/>
          </a:bodyPr>
          <a:lstStyle/>
          <a:p>
            <a:r>
              <a:rPr lang="en-US" sz="5400">
                <a:cs typeface="Arial"/>
              </a:rPr>
              <a:t>EPICS and Software</a:t>
            </a:r>
            <a:endParaRPr lang="en-US" sz="5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872E67-F4DB-9E7A-FE6C-424522F97257}"/>
              </a:ext>
            </a:extLst>
          </p:cNvPr>
          <p:cNvSpPr txBox="1"/>
          <p:nvPr/>
        </p:nvSpPr>
        <p:spPr>
          <a:xfrm>
            <a:off x="813175" y="2806045"/>
            <a:ext cx="576920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K. Alexander Fahey</a:t>
            </a:r>
          </a:p>
          <a:p>
            <a:r>
              <a:rPr lang="en-US" sz="2400">
                <a:solidFill>
                  <a:schemeClr val="bg1"/>
                </a:solidFill>
              </a:rPr>
              <a:t>LLRF Electrical Engineer</a:t>
            </a:r>
            <a:endParaRPr lang="en-US" sz="2400">
              <a:solidFill>
                <a:schemeClr val="bg1"/>
              </a:solidFill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802717-071F-2BED-90C3-1562DA3733F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12800" y="4012797"/>
            <a:ext cx="10334625" cy="13460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US" sz="2400">
                <a:solidFill>
                  <a:srgbClr val="FFFFFF"/>
                </a:solidFill>
                <a:latin typeface="Arial" panose="020B0604020202020204"/>
                <a:cs typeface="Arial"/>
              </a:rPr>
              <a:t>EIC LLRF Controls-ASR-PDR2</a:t>
            </a:r>
          </a:p>
          <a:p>
            <a:pPr>
              <a:defRPr/>
            </a:pPr>
            <a:endParaRPr lang="en-US" sz="2400">
              <a:solidFill>
                <a:srgbClr val="FFFFFF"/>
              </a:solidFill>
              <a:latin typeface="Arial" panose="020B0604020202020204"/>
              <a:cs typeface="Arial"/>
            </a:endParaRPr>
          </a:p>
          <a:p>
            <a:pPr>
              <a:defRPr/>
            </a:pPr>
            <a:r>
              <a:rPr lang="en-US" sz="2400">
                <a:solidFill>
                  <a:srgbClr val="FFFFFF"/>
                </a:solidFill>
                <a:latin typeface="Arial" panose="020B0604020202020204"/>
                <a:cs typeface="Arial"/>
              </a:rPr>
              <a:t>April 21</a:t>
            </a:r>
            <a:r>
              <a:rPr lang="en-US" sz="2400" baseline="30000">
                <a:solidFill>
                  <a:srgbClr val="FFFFFF"/>
                </a:solidFill>
                <a:latin typeface="Arial" panose="020B0604020202020204"/>
                <a:cs typeface="Arial"/>
              </a:rPr>
              <a:t>st</a:t>
            </a:r>
            <a:r>
              <a:rPr lang="en-US" sz="2400">
                <a:solidFill>
                  <a:srgbClr val="FFFFFF"/>
                </a:solidFill>
                <a:latin typeface="Arial" panose="020B0604020202020204"/>
                <a:cs typeface="Arial"/>
              </a:rPr>
              <a:t> &amp; 22</a:t>
            </a:r>
            <a:r>
              <a:rPr lang="en-US" sz="2400" baseline="30000">
                <a:solidFill>
                  <a:srgbClr val="FFFFFF"/>
                </a:solidFill>
                <a:latin typeface="Arial" panose="020B0604020202020204"/>
                <a:cs typeface="Arial"/>
              </a:rPr>
              <a:t>nd</a:t>
            </a:r>
            <a:r>
              <a:rPr lang="en-US" sz="2400">
                <a:solidFill>
                  <a:srgbClr val="FFFFFF"/>
                </a:solidFill>
                <a:latin typeface="Arial" panose="020B0604020202020204"/>
                <a:cs typeface="Arial"/>
              </a:rPr>
              <a:t>, 2026</a:t>
            </a:r>
            <a:endParaRPr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64094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455894-6BDB-16B0-6752-A1DD503E75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933A556B-7C63-244D-9B7C-B0EA8042B330}" type="slidenum">
              <a:rPr lang="en-US" smtClean="0"/>
              <a:pPr algn="ctr"/>
              <a:t>2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906902D-327E-A150-853A-A765EAF5C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Charge Questions</a:t>
            </a:r>
          </a:p>
        </p:txBody>
      </p:sp>
      <p:sp>
        <p:nvSpPr>
          <p:cNvPr id="3" name="TextBox 10">
            <a:extLst>
              <a:ext uri="{FF2B5EF4-FFF2-40B4-BE49-F238E27FC236}">
                <a16:creationId xmlns:a16="http://schemas.microsoft.com/office/drawing/2014/main" id="{2E3270C5-7773-EC5A-2338-6BC9386504B8}"/>
              </a:ext>
            </a:extLst>
          </p:cNvPr>
          <p:cNvSpPr txBox="1"/>
          <p:nvPr/>
        </p:nvSpPr>
        <p:spPr>
          <a:xfrm>
            <a:off x="658368" y="1081757"/>
            <a:ext cx="10104120" cy="463203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 rtl="0" fontAlgn="base">
              <a:spcAft>
                <a:spcPts val="600"/>
              </a:spcAft>
              <a:buFont typeface="+mj-lt"/>
              <a:buAutoNum type="arabicPeriod"/>
            </a:pPr>
            <a:r>
              <a:rPr lang="en-US" sz="2000" b="0" i="0">
                <a:effectLst/>
              </a:rPr>
              <a:t>Have the committee recommendations from the Preliminary Design Review been addressed adequately? </a:t>
            </a:r>
            <a:endParaRPr lang="en-US">
              <a:cs typeface="Arial"/>
            </a:endParaRPr>
          </a:p>
          <a:p>
            <a:pPr marL="342900" indent="-342900" algn="just" rtl="0" fontAlgn="base">
              <a:spcAft>
                <a:spcPts val="600"/>
              </a:spcAft>
              <a:buFont typeface="+mj-lt"/>
              <a:buAutoNum type="arabicPeriod"/>
            </a:pPr>
            <a:r>
              <a:rPr lang="en-US" sz="2000" b="0" i="0">
                <a:effectLst/>
              </a:rPr>
              <a:t>Are the system requirements sufficiently defined, understood, and documented for this phase of the design?  </a:t>
            </a:r>
            <a:endParaRPr lang="en-US" sz="2000" b="0" i="0">
              <a:effectLst/>
              <a:cs typeface="Arial"/>
            </a:endParaRPr>
          </a:p>
          <a:p>
            <a:pPr marL="342900" indent="-342900" algn="just" rtl="0" fontAlgn="base">
              <a:spcAft>
                <a:spcPts val="600"/>
              </a:spcAft>
              <a:buFont typeface="+mj-lt"/>
              <a:buAutoNum type="arabicPeriod"/>
            </a:pPr>
            <a:r>
              <a:rPr lang="en-US" sz="2000" b="0" i="0">
                <a:solidFill>
                  <a:schemeClr val="bg1">
                    <a:lumMod val="76000"/>
                  </a:schemeClr>
                </a:solidFill>
                <a:effectLst/>
              </a:rPr>
              <a:t>Do the designs meet the requirements? </a:t>
            </a:r>
            <a:endParaRPr lang="en-US" sz="2000" b="0" i="0">
              <a:solidFill>
                <a:schemeClr val="bg1">
                  <a:lumMod val="76000"/>
                </a:schemeClr>
              </a:solidFill>
              <a:effectLst/>
              <a:cs typeface="Arial"/>
            </a:endParaRPr>
          </a:p>
          <a:p>
            <a:pPr marL="342900" indent="-342900" algn="just" rtl="0" fontAlgn="base">
              <a:spcAft>
                <a:spcPts val="600"/>
              </a:spcAft>
              <a:buFont typeface="+mj-lt"/>
              <a:buAutoNum type="arabicPeriod"/>
            </a:pPr>
            <a:r>
              <a:rPr lang="en-US" sz="2000" b="0" i="0">
                <a:effectLst/>
              </a:rPr>
              <a:t>Are the interfaces sufficiently defined, understood and documented for this phase of the design?  </a:t>
            </a:r>
            <a:endParaRPr lang="en-US" sz="2000" b="0" i="0">
              <a:effectLst/>
              <a:cs typeface="Arial"/>
            </a:endParaRPr>
          </a:p>
          <a:p>
            <a:pPr marL="342900" indent="-342900" algn="just" rtl="0" fontAlgn="base">
              <a:spcAft>
                <a:spcPts val="600"/>
              </a:spcAft>
              <a:buFont typeface="+mj-lt"/>
              <a:buAutoNum type="arabicPeriod"/>
            </a:pPr>
            <a:r>
              <a:rPr lang="en-US" sz="2000" b="0" i="0">
                <a:effectLst/>
              </a:rPr>
              <a:t>Are the analysis, simulations, drawings and specifications, and work plans, sufficient for this phase of the design? </a:t>
            </a:r>
            <a:endParaRPr lang="en-US" sz="2000" b="0" i="0">
              <a:effectLst/>
              <a:cs typeface="Arial"/>
            </a:endParaRPr>
          </a:p>
          <a:p>
            <a:pPr marL="342900" indent="-342900" algn="just" rtl="0" fontAlgn="base">
              <a:spcAft>
                <a:spcPts val="600"/>
              </a:spcAft>
              <a:buFont typeface="+mj-lt"/>
              <a:buAutoNum type="arabicPeriod"/>
            </a:pPr>
            <a:r>
              <a:rPr lang="en-US" sz="2000" b="0" i="0">
                <a:effectLst/>
              </a:rPr>
              <a:t>Are the plans to address ES&amp;H and quality sufficient for this phase of the design? </a:t>
            </a:r>
            <a:endParaRPr lang="en-US" sz="2000" b="0" i="0">
              <a:effectLst/>
              <a:cs typeface="Arial"/>
            </a:endParaRPr>
          </a:p>
          <a:p>
            <a:pPr marL="342900" indent="-342900" algn="just" rtl="0" fontAlgn="base">
              <a:spcAft>
                <a:spcPts val="600"/>
              </a:spcAft>
              <a:buFont typeface="+mj-lt"/>
              <a:buAutoNum type="arabicPeriod"/>
            </a:pPr>
            <a:r>
              <a:rPr lang="en-US" sz="2000" b="0" i="0">
                <a:solidFill>
                  <a:schemeClr val="bg1">
                    <a:lumMod val="76000"/>
                  </a:schemeClr>
                </a:solidFill>
                <a:effectLst/>
              </a:rPr>
              <a:t>Have technical risks been identified and are mitigation plans adequate for this phase of the design? </a:t>
            </a:r>
            <a:endParaRPr lang="en-US" sz="2000" b="0" i="0">
              <a:solidFill>
                <a:schemeClr val="bg1">
                  <a:lumMod val="76000"/>
                </a:schemeClr>
              </a:solidFill>
              <a:effectLst/>
              <a:cs typeface="Arial"/>
            </a:endParaRPr>
          </a:p>
          <a:p>
            <a:pPr marL="342900" indent="-342900" algn="just" rtl="0" fontAlgn="base">
              <a:spcAft>
                <a:spcPts val="600"/>
              </a:spcAft>
              <a:buFont typeface="+mj-lt"/>
              <a:buAutoNum type="arabicPeriod"/>
            </a:pPr>
            <a:r>
              <a:rPr lang="en-US" sz="2000" b="0" i="0">
                <a:effectLst/>
              </a:rPr>
              <a:t>Is the overall design maturity sufficient to proceed with the final design phase?</a:t>
            </a:r>
            <a:endParaRPr lang="en-US" sz="2400" b="0" i="0">
              <a:effectLst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3109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2BFCDA-B416-9195-8095-EED3ACFA1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933A556B-7C63-244D-9B7C-B0EA8042B330}" type="slidenum">
              <a:rPr lang="en-US" smtClean="0"/>
              <a:pPr algn="ctr"/>
              <a:t>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1C9180-5E3E-47FC-8548-B3AE4AF87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cs typeface="Arial"/>
              </a:rPr>
              <a:t>Recommendations and Comments Addressed</a:t>
            </a:r>
            <a:endParaRPr lang="en-US" sz="360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38A0DA8-36DC-9437-DB0F-CFE33A802B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606918"/>
              </p:ext>
            </p:extLst>
          </p:nvPr>
        </p:nvGraphicFramePr>
        <p:xfrm>
          <a:off x="462579" y="1104605"/>
          <a:ext cx="11067439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0752">
                  <a:extLst>
                    <a:ext uri="{9D8B030D-6E8A-4147-A177-3AD203B41FA5}">
                      <a16:colId xmlns:a16="http://schemas.microsoft.com/office/drawing/2014/main" val="254750015"/>
                    </a:ext>
                  </a:extLst>
                </a:gridCol>
                <a:gridCol w="4751269">
                  <a:extLst>
                    <a:ext uri="{9D8B030D-6E8A-4147-A177-3AD203B41FA5}">
                      <a16:colId xmlns:a16="http://schemas.microsoft.com/office/drawing/2014/main" val="255589966"/>
                    </a:ext>
                  </a:extLst>
                </a:gridCol>
                <a:gridCol w="5205418">
                  <a:extLst>
                    <a:ext uri="{9D8B030D-6E8A-4147-A177-3AD203B41FA5}">
                      <a16:colId xmlns:a16="http://schemas.microsoft.com/office/drawing/2014/main" val="3564877795"/>
                    </a:ext>
                  </a:extLst>
                </a:gridCol>
              </a:tblGrid>
              <a:tr h="224889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EIC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Recommendation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Action Taken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777021"/>
                  </a:ext>
                </a:extLst>
              </a:tr>
              <a:tr h="570465">
                <a:tc>
                  <a:txBody>
                    <a:bodyPr/>
                    <a:lstStyle/>
                    <a:p>
                      <a:r>
                        <a:rPr lang="en-US" sz="1800"/>
                        <a:t>1049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/>
                        <a:t>Provide a complete hardware, firmware, and software test suite to support development and testing across all aspects of RF System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Designs for daughtercard, interfaces, and EPICS IOC tracked on EIC GitHub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835280"/>
                  </a:ext>
                </a:extLst>
              </a:tr>
              <a:tr h="570465">
                <a:tc>
                  <a:txBody>
                    <a:bodyPr/>
                    <a:lstStyle/>
                    <a:p>
                      <a:r>
                        <a:rPr lang="en-US" sz="1800"/>
                        <a:t>1051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cs typeface="Arial"/>
                        </a:rPr>
                        <a:t>Embed software engineer/s in the RF Systems development team to begin developing EPICS IOCs and tools for RF System Controls, and data migration from the LLRF application to the IOC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An electrical engineer in RF Controls has made progress on developing IOCs for RF System Controls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9346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49D52EA-1E66-E490-F28B-CDB05CD4DAC9}"/>
              </a:ext>
            </a:extLst>
          </p:cNvPr>
          <p:cNvSpPr/>
          <p:nvPr/>
        </p:nvSpPr>
        <p:spPr>
          <a:xfrm>
            <a:off x="10658475" y="368448"/>
            <a:ext cx="1304029" cy="397629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Charge #1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89E6F3A-CB5F-5D9B-8EDA-6FEF6AE5D3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408475"/>
              </p:ext>
            </p:extLst>
          </p:nvPr>
        </p:nvGraphicFramePr>
        <p:xfrm>
          <a:off x="462580" y="3826350"/>
          <a:ext cx="11067439" cy="738645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114174">
                  <a:extLst>
                    <a:ext uri="{9D8B030D-6E8A-4147-A177-3AD203B41FA5}">
                      <a16:colId xmlns:a16="http://schemas.microsoft.com/office/drawing/2014/main" val="2613977946"/>
                    </a:ext>
                  </a:extLst>
                </a:gridCol>
                <a:gridCol w="4758732">
                  <a:extLst>
                    <a:ext uri="{9D8B030D-6E8A-4147-A177-3AD203B41FA5}">
                      <a16:colId xmlns:a16="http://schemas.microsoft.com/office/drawing/2014/main" val="1309177767"/>
                    </a:ext>
                  </a:extLst>
                </a:gridCol>
                <a:gridCol w="5194533">
                  <a:extLst>
                    <a:ext uri="{9D8B030D-6E8A-4147-A177-3AD203B41FA5}">
                      <a16:colId xmlns:a16="http://schemas.microsoft.com/office/drawing/2014/main" val="1283312097"/>
                    </a:ext>
                  </a:extLst>
                </a:gridCol>
              </a:tblGrid>
              <a:tr h="30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#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Comment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Action Taken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4208315"/>
                  </a:ext>
                </a:extLst>
              </a:tr>
              <a:tr h="4248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+mn-lt"/>
                        </a:rPr>
                        <a:t>An EPICS software engineer should be identified as soon as possible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An EPICS software engineer is developing IOCs for RF System Controls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781892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7389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605573-B624-22EE-2B0D-F4C7C220B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3A556B-7C63-244D-9B7C-B0EA8042B330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349B71-E5B6-0C4B-E95C-61E05E287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6840A-FEFF-07BE-E6C9-E3C27C2588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9CEB6F35-FF79-44CC-01CA-59107DCB4A2B}"/>
              </a:ext>
            </a:extLst>
          </p:cNvPr>
          <p:cNvSpPr>
            <a:spLocks noGrp="1"/>
          </p:cNvSpPr>
          <p:nvPr/>
        </p:nvSpPr>
        <p:spPr>
          <a:xfrm>
            <a:off x="524309" y="1029565"/>
            <a:ext cx="11444431" cy="5017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/>
              <a:t>Scope</a:t>
            </a:r>
          </a:p>
          <a:p>
            <a:pPr marL="342900" indent="-342900"/>
            <a:r>
              <a:rPr lang="en-US"/>
              <a:t>Design Flow</a:t>
            </a:r>
          </a:p>
          <a:p>
            <a:pPr marL="342900" indent="-342900"/>
            <a:r>
              <a:rPr lang="en-US"/>
              <a:t>Technical Progress</a:t>
            </a:r>
          </a:p>
          <a:p>
            <a:pPr marL="342900" indent="-342900"/>
            <a:r>
              <a:rPr lang="en-US"/>
              <a:t>Software Block Diagram</a:t>
            </a:r>
          </a:p>
          <a:p>
            <a:pPr marL="342900" indent="-342900"/>
            <a:r>
              <a:rPr lang="en-US"/>
              <a:t>EPICS Lessons Learned</a:t>
            </a:r>
          </a:p>
          <a:p>
            <a:pPr marL="342900" indent="-342900"/>
            <a:r>
              <a:rPr lang="en-US"/>
              <a:t>QC Plan</a:t>
            </a:r>
          </a:p>
          <a:p>
            <a:pPr marL="342900" indent="-342900"/>
            <a:r>
              <a:rPr lang="en-US">
                <a:cs typeface="Arial"/>
              </a:rPr>
              <a:t>Path Forward</a:t>
            </a:r>
          </a:p>
          <a:p>
            <a:pPr marL="342900" indent="-342900"/>
            <a:r>
              <a:rPr lang="en-US">
                <a:cs typeface="Arial"/>
              </a:rPr>
              <a:t>Summary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860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11E0A8-A4E6-CB39-31C9-AB7CEEC4E5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933A556B-7C63-244D-9B7C-B0EA8042B330}" type="slidenum">
              <a:rPr lang="en-US" smtClean="0"/>
              <a:pPr algn="ctr"/>
              <a:t>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76D71B7-8259-A3DE-C88D-45782DD58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cs typeface="Arial"/>
              </a:rPr>
              <a:t>Software Scope</a:t>
            </a:r>
            <a:endParaRPr lang="en-US" b="0">
              <a:cs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4006B-B4CD-9E64-3DE9-D7C2DE76B7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100">
                <a:cs typeface="Arial"/>
              </a:rPr>
              <a:t>EPICS uses IOCs (Input-Output Controllers) to modify device parameters</a:t>
            </a:r>
          </a:p>
          <a:p>
            <a:pPr lvl="1"/>
            <a:r>
              <a:rPr lang="en-US" sz="1700">
                <a:cs typeface="Arial"/>
              </a:rPr>
              <a:t>Controls WBS provides EIC groups with baseline environments</a:t>
            </a:r>
          </a:p>
          <a:p>
            <a:pPr lvl="1"/>
            <a:r>
              <a:rPr lang="en-US" sz="1700" b="1">
                <a:cs typeface="Arial"/>
              </a:rPr>
              <a:t>We need to develop IOCs for the devices we deploy</a:t>
            </a:r>
          </a:p>
          <a:p>
            <a:r>
              <a:rPr lang="en-US" sz="2100">
                <a:cs typeface="Arial"/>
              </a:rPr>
              <a:t>Certain software functions will be migrated between RHIC and EIC</a:t>
            </a:r>
          </a:p>
          <a:p>
            <a:pPr lvl="1"/>
            <a:r>
              <a:rPr lang="en-US" sz="1700">
                <a:cs typeface="Arial"/>
              </a:rPr>
              <a:t>Would be inefficient to re-invent the wheel with these algorithms</a:t>
            </a:r>
          </a:p>
          <a:p>
            <a:endParaRPr lang="en-US">
              <a:cs typeface="Arial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8E70F41-FB73-2D33-1A0B-F4B2768E3A49}"/>
              </a:ext>
            </a:extLst>
          </p:cNvPr>
          <p:cNvSpPr/>
          <p:nvPr/>
        </p:nvSpPr>
        <p:spPr>
          <a:xfrm>
            <a:off x="10419659" y="412589"/>
            <a:ext cx="1542154" cy="359324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Charge #2, 4</a:t>
            </a:r>
          </a:p>
        </p:txBody>
      </p:sp>
    </p:spTree>
    <p:extLst>
      <p:ext uri="{BB962C8B-B14F-4D97-AF65-F5344CB8AC3E}">
        <p14:creationId xmlns:p14="http://schemas.microsoft.com/office/powerpoint/2010/main" val="3883803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E4C453-B985-74D7-1D27-05C78A7BF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933A556B-7C63-244D-9B7C-B0EA8042B330}" type="slidenum">
              <a:rPr lang="en-US" smtClean="0"/>
              <a:pPr algn="ctr"/>
              <a:t>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4A7B0D-7E63-A7D1-D954-C055B7BA6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Common Platform</a:t>
            </a:r>
          </a:p>
        </p:txBody>
      </p:sp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C6B9503E-2D47-7F5A-5F3A-900D8C67F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916437" y="914400"/>
            <a:ext cx="4359127" cy="5486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01D56F-A020-A0F1-6BBC-CCADB66A8477}"/>
              </a:ext>
            </a:extLst>
          </p:cNvPr>
          <p:cNvSpPr txBox="1"/>
          <p:nvPr/>
        </p:nvSpPr>
        <p:spPr>
          <a:xfrm>
            <a:off x="7759733" y="1107710"/>
            <a:ext cx="4143097" cy="1600438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sz="1400" b="1">
                <a:latin typeface="Calibri" panose="020F0502020204030204" pitchFamily="34" charset="0"/>
                <a:cs typeface="Calibri" panose="020F0502020204030204" pitchFamily="34" charset="0"/>
              </a:rPr>
              <a:t>Timing/Data Link</a:t>
            </a:r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Inputs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Machine parameters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Cavity voltages &amp; status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Ring h=1 NCO phases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Beam measurements (radius, etc.)</a:t>
            </a:r>
          </a:p>
          <a:p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Outputs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sz="1400" baseline="-250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</a:t>
            </a:r>
            <a:r>
              <a:rPr lang="en-US" sz="14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FTW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 NCO phases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 events/triggers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795798C-B17E-777D-8436-37D8CAD80475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6768123" y="1907929"/>
            <a:ext cx="991610" cy="178779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61D88E4-61F3-1217-2400-1D9BA7938467}"/>
              </a:ext>
            </a:extLst>
          </p:cNvPr>
          <p:cNvSpPr txBox="1"/>
          <p:nvPr/>
        </p:nvSpPr>
        <p:spPr>
          <a:xfrm>
            <a:off x="634133" y="4798646"/>
            <a:ext cx="2484593" cy="1367693"/>
          </a:xfrm>
          <a:prstGeom prst="rect">
            <a:avLst/>
          </a:prstGeom>
          <a:noFill/>
        </p:spPr>
        <p:txBody>
          <a:bodyPr wrap="square" numCol="2" rtlCol="0">
            <a:noAutofit/>
          </a:bodyPr>
          <a:lstStyle/>
          <a:p>
            <a:r>
              <a:rPr lang="en-US" sz="1400" b="1">
                <a:latin typeface="Calibri" panose="020F0502020204030204" pitchFamily="34" charset="0"/>
                <a:cs typeface="Calibri" panose="020F0502020204030204" pitchFamily="34" charset="0"/>
              </a:rPr>
              <a:t>RF signals</a:t>
            </a:r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Inputs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Beam phase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Reference line</a:t>
            </a:r>
          </a:p>
          <a:p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Outputs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Reference line drive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Debug / monitoring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1F2002C-6CF0-4B7D-192F-4DB38CA9B17D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118726" y="5482493"/>
            <a:ext cx="1212042" cy="613507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B7D227D-05C7-EF5B-6B50-2479E2658EEF}"/>
              </a:ext>
            </a:extLst>
          </p:cNvPr>
          <p:cNvSpPr txBox="1"/>
          <p:nvPr/>
        </p:nvSpPr>
        <p:spPr>
          <a:xfrm>
            <a:off x="661983" y="1834602"/>
            <a:ext cx="2484593" cy="1422519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normAutofit/>
          </a:bodyPr>
          <a:lstStyle/>
          <a:p>
            <a:r>
              <a:rPr lang="en-US" sz="1400" b="1"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Real-time CPUs</a:t>
            </a:r>
            <a:endParaRPr lang="en-US" sz="1400">
              <a:highlight>
                <a:srgbClr val="FFFF00"/>
              </a:highlight>
              <a:latin typeface="Calibri"/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Beam control loops</a:t>
            </a:r>
          </a:p>
          <a:p>
            <a:pPr marL="365760" lvl="1" indent="-171450">
              <a:buFont typeface="Arial" panose="020B0604020202020204" pitchFamily="34" charset="0"/>
              <a:buChar char="•"/>
            </a:pPr>
            <a:r>
              <a:rPr lang="en-US" sz="1200">
                <a:latin typeface="Calibri"/>
                <a:ea typeface="Calibri"/>
                <a:cs typeface="Calibri"/>
              </a:rPr>
              <a:t>Output f</a:t>
            </a:r>
            <a:r>
              <a:rPr lang="en-US" sz="1200" baseline="-25000">
                <a:latin typeface="Calibri"/>
                <a:ea typeface="Calibri"/>
                <a:cs typeface="Calibri"/>
              </a:rPr>
              <a:t>rev</a:t>
            </a:r>
            <a:r>
              <a:rPr lang="en-US" sz="1200">
                <a:latin typeface="Calibri"/>
                <a:ea typeface="Calibri"/>
                <a:cs typeface="Calibri"/>
              </a:rPr>
              <a:t>, </a:t>
            </a:r>
            <a:r>
              <a:rPr lang="el-GR" sz="1200"/>
              <a:t>φ</a:t>
            </a:r>
            <a:r>
              <a:rPr lang="en-US" sz="1200" baseline="-25000"/>
              <a:t>s</a:t>
            </a:r>
            <a:endParaRPr lang="en-US" sz="1200" baseline="-25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Ring2ring synchro/cogging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Injection cogging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Beam permit high-level logic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7B3887-81C6-5C5B-0BE1-A6E975E1C8A6}"/>
              </a:ext>
            </a:extLst>
          </p:cNvPr>
          <p:cNvSpPr txBox="1"/>
          <p:nvPr/>
        </p:nvSpPr>
        <p:spPr>
          <a:xfrm>
            <a:off x="8721854" y="4974252"/>
            <a:ext cx="2484593" cy="1178290"/>
          </a:xfrm>
          <a:prstGeom prst="rect">
            <a:avLst/>
          </a:prstGeom>
          <a:noFill/>
        </p:spPr>
        <p:txBody>
          <a:bodyPr wrap="square" numCol="1" rtlCol="0">
            <a:normAutofit/>
          </a:bodyPr>
          <a:lstStyle/>
          <a:p>
            <a:r>
              <a:rPr lang="en-US" sz="1400" b="1">
                <a:latin typeface="Calibri" panose="020F0502020204030204" pitchFamily="34" charset="0"/>
                <a:cs typeface="Calibri" panose="020F0502020204030204" pitchFamily="34" charset="0"/>
              </a:rPr>
              <a:t>Digital signals</a:t>
            </a:r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Outputs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Beam permit status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Debug / monitoring triggers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Debug / monitoring status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51181C1-1560-FEF2-8818-71A84EF8D324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7759733" y="5563397"/>
            <a:ext cx="962121" cy="532603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FAA5CD9-5D14-16C0-6495-F38D0419CB64}"/>
              </a:ext>
            </a:extLst>
          </p:cNvPr>
          <p:cNvSpPr txBox="1"/>
          <p:nvPr/>
        </p:nvSpPr>
        <p:spPr>
          <a:xfrm>
            <a:off x="634132" y="3309815"/>
            <a:ext cx="2484593" cy="1735016"/>
          </a:xfrm>
          <a:prstGeom prst="rect">
            <a:avLst/>
          </a:prstGeom>
          <a:noFill/>
        </p:spPr>
        <p:txBody>
          <a:bodyPr wrap="square" numCol="1" rtlCol="0">
            <a:normAutofit/>
          </a:bodyPr>
          <a:lstStyle/>
          <a:p>
            <a:r>
              <a:rPr lang="en-US" sz="1400" b="1">
                <a:latin typeface="Calibri" panose="020F0502020204030204" pitchFamily="34" charset="0"/>
                <a:cs typeface="Calibri" panose="020F0502020204030204" pitchFamily="34" charset="0"/>
              </a:rPr>
              <a:t>FPGA core &amp; application blocks</a:t>
            </a:r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NCO/DDS with soft reset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Digital down converter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Cavity vector sum calc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Beam sync event generator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Beam permit logic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4679C8A-A05F-2570-6E37-D6642F8FF50A}"/>
              </a:ext>
            </a:extLst>
          </p:cNvPr>
          <p:cNvCxnSpPr>
            <a:cxnSpLocks/>
          </p:cNvCxnSpPr>
          <p:nvPr/>
        </p:nvCxnSpPr>
        <p:spPr>
          <a:xfrm>
            <a:off x="3118725" y="2943298"/>
            <a:ext cx="1207611" cy="440107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E1D38DF-578C-2530-045E-6A44643DDF05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3118725" y="4177323"/>
            <a:ext cx="1107696" cy="1184031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F5CC994-DBCA-2FE3-507C-5083FC6ADA93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3118725" y="4177323"/>
            <a:ext cx="3341342" cy="1184031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9177006-3C4C-91BC-CAC1-EFB756C635E8}"/>
              </a:ext>
            </a:extLst>
          </p:cNvPr>
          <p:cNvSpPr txBox="1"/>
          <p:nvPr/>
        </p:nvSpPr>
        <p:spPr>
          <a:xfrm>
            <a:off x="2271372" y="994506"/>
            <a:ext cx="2484593" cy="1275863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normAutofit/>
          </a:bodyPr>
          <a:lstStyle/>
          <a:p>
            <a:r>
              <a:rPr lang="en-US" sz="1400" b="1"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EPICS IOC Control</a:t>
            </a:r>
            <a:endParaRPr lang="en-US" sz="1400">
              <a:highlight>
                <a:srgbClr val="FFFF00"/>
              </a:highlight>
              <a:latin typeface="Calibri"/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latin typeface="Calibri"/>
                <a:ea typeface="Calibri"/>
                <a:cs typeface="Calibri"/>
              </a:rPr>
              <a:t>Packets generated and interpreted by PscDrv on A53 core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6B0BF2D-C405-8788-3623-54EEB32379BA}"/>
              </a:ext>
            </a:extLst>
          </p:cNvPr>
          <p:cNvCxnSpPr>
            <a:cxnSpLocks/>
          </p:cNvCxnSpPr>
          <p:nvPr/>
        </p:nvCxnSpPr>
        <p:spPr>
          <a:xfrm>
            <a:off x="3577416" y="2086708"/>
            <a:ext cx="1639322" cy="1223107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3A51935-441A-35F4-B29D-DACFAD73FB4D}"/>
              </a:ext>
            </a:extLst>
          </p:cNvPr>
          <p:cNvCxnSpPr>
            <a:cxnSpLocks/>
          </p:cNvCxnSpPr>
          <p:nvPr/>
        </p:nvCxnSpPr>
        <p:spPr>
          <a:xfrm flipV="1">
            <a:off x="3577416" y="1632437"/>
            <a:ext cx="1563122" cy="442088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A7F536C-8622-1044-EA54-ECF6A3694F2D}"/>
              </a:ext>
            </a:extLst>
          </p:cNvPr>
          <p:cNvSpPr/>
          <p:nvPr/>
        </p:nvSpPr>
        <p:spPr>
          <a:xfrm>
            <a:off x="10592411" y="413577"/>
            <a:ext cx="1370094" cy="36512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Charge #4</a:t>
            </a:r>
          </a:p>
        </p:txBody>
      </p:sp>
    </p:spTree>
    <p:extLst>
      <p:ext uri="{BB962C8B-B14F-4D97-AF65-F5344CB8AC3E}">
        <p14:creationId xmlns:p14="http://schemas.microsoft.com/office/powerpoint/2010/main" val="268205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EE0BCE-6914-A5FF-B794-796E224112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933A556B-7C63-244D-9B7C-B0EA8042B330}" type="slidenum">
              <a:rPr lang="en-US" smtClean="0"/>
              <a:pPr algn="ctr"/>
              <a:t>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041C2E-041D-1E7C-94E8-8074F6942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Design Flow – Vitis 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6BBB2-4BE3-322B-5A69-2913F27CBF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100">
                <a:cs typeface="Arial"/>
              </a:rPr>
              <a:t>FWFWK Workflow</a:t>
            </a:r>
            <a:endParaRPr lang="en-US"/>
          </a:p>
          <a:p>
            <a:pPr lvl="1"/>
            <a:r>
              <a:rPr lang="en-US" sz="1700">
                <a:cs typeface="Arial"/>
              </a:rPr>
              <a:t>Git tracking, scripts for compilation</a:t>
            </a:r>
          </a:p>
          <a:p>
            <a:r>
              <a:rPr lang="en-US" sz="2100">
                <a:cs typeface="Arial"/>
              </a:rPr>
              <a:t>Automatically pulls in bitstream from hardware project</a:t>
            </a:r>
          </a:p>
          <a:p>
            <a:r>
              <a:rPr lang="en-US" sz="2100">
                <a:cs typeface="Arial"/>
              </a:rPr>
              <a:t>Compiler environment can be scripted</a:t>
            </a:r>
          </a:p>
          <a:p>
            <a:pPr lvl="1"/>
            <a:r>
              <a:rPr lang="en-US" sz="1700">
                <a:cs typeface="Arial"/>
              </a:rPr>
              <a:t>Adding specific libraries</a:t>
            </a:r>
          </a:p>
          <a:p>
            <a:pPr lvl="1"/>
            <a:r>
              <a:rPr lang="en-US" sz="1700">
                <a:cs typeface="Arial"/>
              </a:rPr>
              <a:t>Defining target CPU</a:t>
            </a:r>
          </a:p>
          <a:p>
            <a:pPr lvl="1"/>
            <a:r>
              <a:rPr lang="en-US" sz="1700">
                <a:cs typeface="Arial"/>
              </a:rPr>
              <a:t>Defining environment variables</a:t>
            </a:r>
          </a:p>
          <a:p>
            <a:r>
              <a:rPr lang="en-US" sz="2100">
                <a:cs typeface="Arial"/>
              </a:rPr>
              <a:t>Binary files are automatically created and exported</a:t>
            </a:r>
          </a:p>
          <a:p>
            <a:pPr lvl="1"/>
            <a:r>
              <a:rPr lang="en-US" sz="1700">
                <a:cs typeface="Arial"/>
              </a:rPr>
              <a:t>No need for Vitis GUI</a:t>
            </a:r>
          </a:p>
          <a:p>
            <a:r>
              <a:rPr lang="en-US" sz="2100" b="1">
                <a:cs typeface="Arial"/>
              </a:rPr>
              <a:t>DesyRDL generates headers for EPICS functionality</a:t>
            </a:r>
          </a:p>
          <a:p>
            <a:pPr lvl="1"/>
            <a:r>
              <a:rPr lang="en-US" sz="1700">
                <a:cs typeface="Arial"/>
              </a:rPr>
              <a:t>Defined through configurable jinja2 templates</a:t>
            </a:r>
          </a:p>
          <a:p>
            <a:pPr lvl="1"/>
            <a:r>
              <a:rPr lang="en-US" sz="1700">
                <a:cs typeface="Arial"/>
              </a:rPr>
              <a:t>Current template automates PSCDrv PVs</a:t>
            </a:r>
          </a:p>
        </p:txBody>
      </p:sp>
      <p:pic>
        <p:nvPicPr>
          <p:cNvPr id="5" name="Graphic 5">
            <a:extLst>
              <a:ext uri="{FF2B5EF4-FFF2-40B4-BE49-F238E27FC236}">
                <a16:creationId xmlns:a16="http://schemas.microsoft.com/office/drawing/2014/main" id="{81805BF7-1A41-6D50-9A60-500E8780F1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91642" y="1186215"/>
            <a:ext cx="1888410" cy="4860573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B679E98-BF1A-7D6B-0A28-5F8C2C0BA19C}"/>
              </a:ext>
            </a:extLst>
          </p:cNvPr>
          <p:cNvSpPr/>
          <p:nvPr/>
        </p:nvSpPr>
        <p:spPr>
          <a:xfrm>
            <a:off x="10152959" y="392521"/>
            <a:ext cx="1808854" cy="378374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Charge #1, 2, 4</a:t>
            </a:r>
          </a:p>
        </p:txBody>
      </p:sp>
      <p:sp>
        <p:nvSpPr>
          <p:cNvPr id="8" name="TextBox 15">
            <a:extLst>
              <a:ext uri="{FF2B5EF4-FFF2-40B4-BE49-F238E27FC236}">
                <a16:creationId xmlns:a16="http://schemas.microsoft.com/office/drawing/2014/main" id="{F3B2532F-FC4B-3037-3057-4619B9529940}"/>
              </a:ext>
            </a:extLst>
          </p:cNvPr>
          <p:cNvSpPr txBox="1"/>
          <p:nvPr/>
        </p:nvSpPr>
        <p:spPr>
          <a:xfrm>
            <a:off x="2960217" y="981675"/>
            <a:ext cx="209687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highlight>
                  <a:srgbClr val="01ADDC"/>
                </a:highlight>
              </a:rPr>
              <a:t>[TALK #10 Mai]</a:t>
            </a:r>
          </a:p>
          <a:p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325365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6CBEE9-1F2F-6113-CDC7-E84AF84B19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933A556B-7C63-244D-9B7C-B0EA8042B330}" type="slidenum">
              <a:rPr lang="en-US" smtClean="0"/>
              <a:pPr algn="ctr"/>
              <a:t>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D5A7A09-C3AA-C518-C36A-01B4A9287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Design Flow – EPICS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06A3CC-4B2F-0B1C-EF96-53154F504E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1963" y="981075"/>
            <a:ext cx="6548437" cy="50657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100" b="1">
                <a:cs typeface="Arial"/>
              </a:rPr>
              <a:t>EIC Requires EPICS</a:t>
            </a:r>
          </a:p>
          <a:p>
            <a:pPr lvl="1"/>
            <a:r>
              <a:rPr lang="en-US" sz="1700">
                <a:cs typeface="Arial"/>
              </a:rPr>
              <a:t>Migrating from current ADO framework</a:t>
            </a:r>
          </a:p>
          <a:p>
            <a:pPr lvl="1"/>
            <a:r>
              <a:rPr lang="en-US" sz="1700">
                <a:cs typeface="Arial"/>
              </a:rPr>
              <a:t>Open-Source</a:t>
            </a:r>
          </a:p>
          <a:p>
            <a:pPr lvl="1"/>
            <a:r>
              <a:rPr lang="en-US" sz="1700">
                <a:cs typeface="Arial"/>
              </a:rPr>
              <a:t>Large Install Base</a:t>
            </a:r>
          </a:p>
          <a:p>
            <a:r>
              <a:rPr lang="en-US" sz="2100">
                <a:cs typeface="Arial"/>
              </a:rPr>
              <a:t>PSCDrv - Advantages</a:t>
            </a:r>
          </a:p>
          <a:p>
            <a:pPr lvl="1"/>
            <a:r>
              <a:rPr lang="en-US" sz="1700">
                <a:cs typeface="Arial"/>
              </a:rPr>
              <a:t>Portable Streaming Controller Driver</a:t>
            </a:r>
          </a:p>
          <a:p>
            <a:pPr lvl="1"/>
            <a:r>
              <a:rPr lang="en-US" sz="1700">
                <a:cs typeface="Arial"/>
              </a:rPr>
              <a:t>Carrier to Remote IOC communication</a:t>
            </a:r>
          </a:p>
          <a:p>
            <a:pPr lvl="1"/>
            <a:r>
              <a:rPr lang="en-US" sz="1700">
                <a:cs typeface="Arial"/>
              </a:rPr>
              <a:t>Lower overhead on carrier than running full IOC</a:t>
            </a:r>
          </a:p>
          <a:p>
            <a:pPr lvl="1"/>
            <a:r>
              <a:rPr lang="en-US" sz="1700">
                <a:cs typeface="Arial"/>
              </a:rPr>
              <a:t>Carrier does not need specific firmware to handle each daughtercard </a:t>
            </a:r>
          </a:p>
          <a:p>
            <a:r>
              <a:rPr lang="en-US" sz="2100">
                <a:cs typeface="Arial"/>
              </a:rPr>
              <a:t>IOC VMs</a:t>
            </a:r>
          </a:p>
          <a:p>
            <a:pPr lvl="1"/>
            <a:r>
              <a:rPr lang="en-US" sz="1700">
                <a:cs typeface="Arial"/>
              </a:rPr>
              <a:t>Running common EPICS binary on a shared drive</a:t>
            </a:r>
          </a:p>
          <a:p>
            <a:pPr lvl="1"/>
            <a:endParaRPr lang="en-US" sz="1700">
              <a:cs typeface="Arial"/>
            </a:endParaRPr>
          </a:p>
          <a:p>
            <a:endParaRPr lang="en-US">
              <a:cs typeface="Arial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92C8B74-D628-14D1-9B70-71EC51521A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60457" y="3599429"/>
            <a:ext cx="3960069" cy="238298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8D3F772-8AF0-9624-11E5-5F08865DC6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51831" y="1094985"/>
            <a:ext cx="5178206" cy="18915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32FCE9-2E7B-EFD2-D472-B2A1D5723D31}"/>
              </a:ext>
            </a:extLst>
          </p:cNvPr>
          <p:cNvSpPr txBox="1"/>
          <p:nvPr/>
        </p:nvSpPr>
        <p:spPr>
          <a:xfrm>
            <a:off x="3543300" y="981075"/>
            <a:ext cx="2096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highlight>
                  <a:srgbClr val="01ADDC"/>
                </a:highlight>
              </a:rPr>
              <a:t>[TALK #6 Mernick]</a:t>
            </a:r>
          </a:p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B92D4D6-6139-528E-29CC-49A6FD913E7E}"/>
              </a:ext>
            </a:extLst>
          </p:cNvPr>
          <p:cNvSpPr/>
          <p:nvPr/>
        </p:nvSpPr>
        <p:spPr>
          <a:xfrm>
            <a:off x="10131552" y="424282"/>
            <a:ext cx="1830261" cy="364241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Charge #1, 2, 4</a:t>
            </a:r>
          </a:p>
        </p:txBody>
      </p:sp>
    </p:spTree>
    <p:extLst>
      <p:ext uri="{BB962C8B-B14F-4D97-AF65-F5344CB8AC3E}">
        <p14:creationId xmlns:p14="http://schemas.microsoft.com/office/powerpoint/2010/main" val="2773162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A81CC3-E965-6262-69C7-9D41E7D86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933A556B-7C63-244D-9B7C-B0EA8042B330}" type="slidenum">
              <a:rPr lang="en-US" smtClean="0"/>
              <a:pPr algn="ctr"/>
              <a:t>9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5BE3CA-01E9-0D80-2840-561917361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Design Flow – DesyRDL Templates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B0DF74-007F-7BAD-8F46-CF38726BF2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1963" y="981075"/>
            <a:ext cx="6707187" cy="50657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100">
                <a:cs typeface="Arial"/>
              </a:rPr>
              <a:t>Jinja2 template structure</a:t>
            </a:r>
          </a:p>
          <a:p>
            <a:r>
              <a:rPr lang="en-US" sz="2100">
                <a:cs typeface="Arial"/>
              </a:rPr>
              <a:t>Automates file creation</a:t>
            </a:r>
          </a:p>
          <a:p>
            <a:pPr lvl="1"/>
            <a:r>
              <a:rPr lang="en-US" sz="1700">
                <a:cs typeface="Arial"/>
              </a:rPr>
              <a:t>Takes in RDL Parameters</a:t>
            </a:r>
          </a:p>
          <a:p>
            <a:pPr lvl="1"/>
            <a:r>
              <a:rPr lang="en-US" sz="1700">
                <a:cs typeface="Arial"/>
              </a:rPr>
              <a:t>Outputs mapped registers</a:t>
            </a:r>
          </a:p>
          <a:p>
            <a:r>
              <a:rPr lang="en-US" sz="2100">
                <a:cs typeface="Arial"/>
              </a:rPr>
              <a:t>Several filetypes built-in</a:t>
            </a:r>
          </a:p>
          <a:p>
            <a:pPr lvl="1"/>
            <a:r>
              <a:rPr lang="en-US" sz="1700">
                <a:cs typeface="Arial"/>
              </a:rPr>
              <a:t>Vivado AXI mapping</a:t>
            </a:r>
          </a:p>
          <a:p>
            <a:pPr lvl="1"/>
            <a:r>
              <a:rPr lang="en-US" sz="1700">
                <a:cs typeface="Arial"/>
              </a:rPr>
              <a:t>Vitis C header</a:t>
            </a:r>
          </a:p>
          <a:p>
            <a:r>
              <a:rPr lang="en-US" sz="2100">
                <a:cs typeface="Arial"/>
              </a:rPr>
              <a:t>Can create custom filetypes</a:t>
            </a:r>
          </a:p>
          <a:p>
            <a:pPr lvl="1"/>
            <a:r>
              <a:rPr lang="en-US" sz="1700">
                <a:cs typeface="Arial"/>
              </a:rPr>
              <a:t>EPICS .db file</a:t>
            </a:r>
          </a:p>
          <a:p>
            <a:r>
              <a:rPr lang="en-US" sz="2100">
                <a:cs typeface="Arial"/>
              </a:rPr>
              <a:t>Hooks into DESY FWFWK</a:t>
            </a:r>
          </a:p>
          <a:p>
            <a:pPr lvl="1"/>
            <a:r>
              <a:rPr lang="en-US" sz="1700">
                <a:cs typeface="Arial"/>
              </a:rPr>
              <a:t>Registers do not need to be manually updated to be controlled by PscDrv</a:t>
            </a:r>
          </a:p>
          <a:p>
            <a:r>
              <a:rPr lang="en-US" sz="2100">
                <a:cs typeface="Arial"/>
              </a:rPr>
              <a:t>Integrates into AXI Chip2Chip</a:t>
            </a:r>
          </a:p>
          <a:p>
            <a:pPr lvl="1"/>
            <a:r>
              <a:rPr lang="en-US" sz="1700">
                <a:cs typeface="Arial"/>
              </a:rPr>
              <a:t>Carrier can read and write data in these defined registers</a:t>
            </a:r>
          </a:p>
          <a:p>
            <a:endParaRPr lang="en-US" sz="2100">
              <a:cs typeface="Arial"/>
            </a:endParaRPr>
          </a:p>
          <a:p>
            <a:endParaRPr lang="en-US"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D993C3-7A41-81E9-F94D-1ED6704E7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364" y="983455"/>
            <a:ext cx="3096817" cy="19561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56CBD3-F067-EAC9-C9D6-345C623640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395"/>
          <a:stretch>
            <a:fillRect/>
          </a:stretch>
        </p:blipFill>
        <p:spPr>
          <a:xfrm>
            <a:off x="8642747" y="3026567"/>
            <a:ext cx="3228976" cy="15525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58A93C-27F9-BF07-1C48-15BBC8AE69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7510" y="4702062"/>
            <a:ext cx="3224213" cy="15525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404490-B8F9-B5EE-C2FE-46E7713EE87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7084"/>
          <a:stretch>
            <a:fillRect/>
          </a:stretch>
        </p:blipFill>
        <p:spPr>
          <a:xfrm>
            <a:off x="4691155" y="1513955"/>
            <a:ext cx="2380278" cy="895198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527B0E7A-1E80-B5AD-F184-C452B5293D91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7071433" y="1961554"/>
            <a:ext cx="1571314" cy="1841301"/>
          </a:xfrm>
          <a:prstGeom prst="bentConnector3">
            <a:avLst>
              <a:gd name="adj1" fmla="val 1807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5FF081C-14E9-4458-26DC-192101F1C522}"/>
              </a:ext>
            </a:extLst>
          </p:cNvPr>
          <p:cNvCxnSpPr>
            <a:cxnSpLocks/>
            <a:endCxn id="7" idx="1"/>
          </p:cNvCxnSpPr>
          <p:nvPr/>
        </p:nvCxnSpPr>
        <p:spPr>
          <a:xfrm rot="16200000" flipH="1">
            <a:off x="7162819" y="3993659"/>
            <a:ext cx="1680288" cy="128909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CC9A10A-22D1-1928-3A2A-68CCEF50B7D9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7358416" y="1961554"/>
            <a:ext cx="12819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7">
            <a:extLst>
              <a:ext uri="{FF2B5EF4-FFF2-40B4-BE49-F238E27FC236}">
                <a16:creationId xmlns:a16="http://schemas.microsoft.com/office/drawing/2014/main" id="{95A70242-42E2-58AD-1C60-8BF768E8029F}"/>
              </a:ext>
            </a:extLst>
          </p:cNvPr>
          <p:cNvSpPr txBox="1"/>
          <p:nvPr/>
        </p:nvSpPr>
        <p:spPr>
          <a:xfrm>
            <a:off x="7663216" y="1773292"/>
            <a:ext cx="73930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/>
              <a:t>VHDL Block</a:t>
            </a: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770650CF-868A-6FD4-95C7-EDA4366537D1}"/>
              </a:ext>
            </a:extLst>
          </p:cNvPr>
          <p:cNvSpPr txBox="1"/>
          <p:nvPr/>
        </p:nvSpPr>
        <p:spPr>
          <a:xfrm>
            <a:off x="7673890" y="3578820"/>
            <a:ext cx="6254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/>
              <a:t>C Header</a:t>
            </a:r>
          </a:p>
        </p:txBody>
      </p:sp>
      <p:sp>
        <p:nvSpPr>
          <p:cNvPr id="15" name="TextBox 17">
            <a:extLst>
              <a:ext uri="{FF2B5EF4-FFF2-40B4-BE49-F238E27FC236}">
                <a16:creationId xmlns:a16="http://schemas.microsoft.com/office/drawing/2014/main" id="{B6513E5C-AAE3-C031-BBD3-172B386A79EE}"/>
              </a:ext>
            </a:extLst>
          </p:cNvPr>
          <p:cNvSpPr txBox="1"/>
          <p:nvPr/>
        </p:nvSpPr>
        <p:spPr>
          <a:xfrm>
            <a:off x="7663215" y="5259109"/>
            <a:ext cx="6607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/>
              <a:t>EPICS PV</a:t>
            </a:r>
          </a:p>
        </p:txBody>
      </p:sp>
      <p:sp>
        <p:nvSpPr>
          <p:cNvPr id="23" name="TextBox 17">
            <a:extLst>
              <a:ext uri="{FF2B5EF4-FFF2-40B4-BE49-F238E27FC236}">
                <a16:creationId xmlns:a16="http://schemas.microsoft.com/office/drawing/2014/main" id="{118BB50B-4573-AD9C-7D88-60FD27DC2C47}"/>
              </a:ext>
            </a:extLst>
          </p:cNvPr>
          <p:cNvSpPr txBox="1"/>
          <p:nvPr/>
        </p:nvSpPr>
        <p:spPr>
          <a:xfrm>
            <a:off x="4691155" y="1250336"/>
            <a:ext cx="8306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/>
              <a:t>RDL Register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FB49DA0-5B6A-D677-0593-5B32ACDC4951}"/>
              </a:ext>
            </a:extLst>
          </p:cNvPr>
          <p:cNvSpPr/>
          <p:nvPr/>
        </p:nvSpPr>
        <p:spPr>
          <a:xfrm>
            <a:off x="10073030" y="351129"/>
            <a:ext cx="1889474" cy="40134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Charge #1, 2, 4</a:t>
            </a:r>
          </a:p>
        </p:txBody>
      </p:sp>
    </p:spTree>
    <p:extLst>
      <p:ext uri="{BB962C8B-B14F-4D97-AF65-F5344CB8AC3E}">
        <p14:creationId xmlns:p14="http://schemas.microsoft.com/office/powerpoint/2010/main" val="3039603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5C3F4F-EFEE-5413-ABDB-35794CFE09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933A556B-7C63-244D-9B7C-B0EA8042B330}" type="slidenum">
              <a:rPr lang="en-US" smtClean="0"/>
              <a:pPr algn="ctr"/>
              <a:t>10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1AE0230-7C4F-1243-46D8-09509FE38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Design Flow – Build Environment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79ECDF-AB96-70B6-679A-84A33EA9EC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100">
                <a:cs typeface="Arial"/>
              </a:rPr>
              <a:t>Virtual Machine (VM) Based</a:t>
            </a:r>
          </a:p>
          <a:p>
            <a:pPr lvl="1"/>
            <a:r>
              <a:rPr lang="en-US" sz="1700">
                <a:cs typeface="Arial"/>
              </a:rPr>
              <a:t>Remotely controlled over EIC network</a:t>
            </a:r>
          </a:p>
          <a:p>
            <a:pPr lvl="1"/>
            <a:r>
              <a:rPr lang="en-US" sz="1700">
                <a:cs typeface="Arial"/>
              </a:rPr>
              <a:t>Provided by Controls Group</a:t>
            </a:r>
          </a:p>
          <a:p>
            <a:pPr lvl="1"/>
            <a:r>
              <a:rPr lang="en-US" sz="1700">
                <a:cs typeface="Arial"/>
              </a:rPr>
              <a:t>VMs configured for FWFWK compilation</a:t>
            </a:r>
          </a:p>
          <a:p>
            <a:pPr lvl="1"/>
            <a:r>
              <a:rPr lang="en-US" sz="1700">
                <a:cs typeface="Arial"/>
              </a:rPr>
              <a:t>VMs configured for EPICS IOC compilation</a:t>
            </a:r>
          </a:p>
          <a:p>
            <a:r>
              <a:rPr lang="en-US" sz="2100">
                <a:cs typeface="Arial"/>
              </a:rPr>
              <a:t>Remote JTAG Debug</a:t>
            </a:r>
          </a:p>
          <a:p>
            <a:pPr lvl="1"/>
            <a:r>
              <a:rPr lang="en-US" sz="1700">
                <a:cs typeface="Arial"/>
              </a:rPr>
              <a:t>Physical machine access not required for debugging</a:t>
            </a:r>
          </a:p>
          <a:p>
            <a:r>
              <a:rPr lang="en-US" sz="2100">
                <a:cs typeface="Arial"/>
              </a:rPr>
              <a:t>Standardized Workflow</a:t>
            </a:r>
          </a:p>
          <a:p>
            <a:pPr lvl="1"/>
            <a:r>
              <a:rPr lang="en-US" sz="1700">
                <a:cs typeface="Arial"/>
              </a:rPr>
              <a:t>All processing is remote</a:t>
            </a:r>
          </a:p>
          <a:p>
            <a:pPr lvl="1"/>
            <a:r>
              <a:rPr lang="en-US" sz="1700">
                <a:cs typeface="Arial"/>
              </a:rPr>
              <a:t>Local machines not required to run Linux (FWFWK requirement)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91B5920-0EC2-49D7-5A38-E93851AFA5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43220" y="1492969"/>
            <a:ext cx="5303041" cy="1936031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EF9770C-D654-D753-5745-7E8EF4CFCE90}"/>
              </a:ext>
            </a:extLst>
          </p:cNvPr>
          <p:cNvSpPr/>
          <p:nvPr/>
        </p:nvSpPr>
        <p:spPr>
          <a:xfrm>
            <a:off x="10591109" y="412394"/>
            <a:ext cx="1370704" cy="36512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Charge #2</a:t>
            </a:r>
          </a:p>
        </p:txBody>
      </p:sp>
    </p:spTree>
    <p:extLst>
      <p:ext uri="{BB962C8B-B14F-4D97-AF65-F5344CB8AC3E}">
        <p14:creationId xmlns:p14="http://schemas.microsoft.com/office/powerpoint/2010/main" val="2215484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72CEEA-9C96-AF9E-ABD6-BB8A208956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933A556B-7C63-244D-9B7C-B0EA8042B330}" type="slidenum">
              <a:rPr lang="en-US" smtClean="0"/>
              <a:pPr algn="ctr"/>
              <a:t>11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2EDD13-14CB-F79E-6C8A-B0E8DC48C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Software Block Diagram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A72B28B-B9C9-B0C7-1BCC-B685B0FBDE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47039" y="938448"/>
            <a:ext cx="9931003" cy="526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740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6C077A-2460-A6A3-D8CD-11B61EC6EC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933A556B-7C63-244D-9B7C-B0EA8042B330}" type="slidenum">
              <a:rPr lang="en-US" smtClean="0"/>
              <a:pPr algn="ctr"/>
              <a:t>12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F736FF-AD30-B244-1C1A-A50F498B6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579" y="0"/>
            <a:ext cx="9779799" cy="825178"/>
          </a:xfrm>
        </p:spPr>
        <p:txBody>
          <a:bodyPr>
            <a:normAutofit/>
          </a:bodyPr>
          <a:lstStyle/>
          <a:p>
            <a:r>
              <a:rPr lang="en-US">
                <a:cs typeface="Arial"/>
              </a:rPr>
              <a:t>Technical Progress – Algorithm Porting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46AF24-E9D5-F72D-DB59-053CB3456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100">
                <a:cs typeface="Arial"/>
              </a:rPr>
              <a:t>Program DSP core ported from RHIC Virtex-5 to R5 core of EIC CP Carrier</a:t>
            </a:r>
          </a:p>
          <a:p>
            <a:pPr lvl="1"/>
            <a:r>
              <a:rPr lang="en-US" sz="1700">
                <a:cs typeface="Arial"/>
              </a:rPr>
              <a:t>Calculates revolution frequency from ADO beam parameters and Update Link beam status</a:t>
            </a:r>
          </a:p>
          <a:p>
            <a:r>
              <a:rPr lang="en-US" sz="2100">
                <a:cs typeface="Arial"/>
              </a:rPr>
              <a:t>ADO parameters moved to EPICS PSCDrv parameters</a:t>
            </a:r>
          </a:p>
          <a:p>
            <a:r>
              <a:rPr lang="en-US" sz="2100" b="1">
                <a:cs typeface="Arial"/>
              </a:rPr>
              <a:t>EPICS IOC running on remote VM</a:t>
            </a:r>
          </a:p>
          <a:p>
            <a:r>
              <a:rPr lang="en-US" sz="2100">
                <a:cs typeface="Arial"/>
              </a:rPr>
              <a:t>Live run data pulled from RHIC Update Link during final run</a:t>
            </a:r>
          </a:p>
          <a:p>
            <a:pPr lvl="1"/>
            <a:r>
              <a:rPr lang="en-US" sz="1700">
                <a:cs typeface="Arial"/>
              </a:rPr>
              <a:t>Running calculations matched current and historical data</a:t>
            </a:r>
          </a:p>
          <a:p>
            <a:endParaRPr lang="en-US" sz="2100">
              <a:cs typeface="Arial"/>
            </a:endParaRPr>
          </a:p>
          <a:p>
            <a:endParaRPr lang="en-US">
              <a:cs typeface="Arial"/>
            </a:endParaRPr>
          </a:p>
        </p:txBody>
      </p:sp>
      <p:pic>
        <p:nvPicPr>
          <p:cNvPr id="5" name="Graphic 6">
            <a:extLst>
              <a:ext uri="{FF2B5EF4-FFF2-40B4-BE49-F238E27FC236}">
                <a16:creationId xmlns:a16="http://schemas.microsoft.com/office/drawing/2014/main" id="{DD7E89B7-8AA9-AE02-0E82-B88584DBF8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08734" y="3513931"/>
            <a:ext cx="7774531" cy="252408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471FF21-20DD-F4EF-B61F-07670E679C24}"/>
              </a:ext>
            </a:extLst>
          </p:cNvPr>
          <p:cNvSpPr/>
          <p:nvPr/>
        </p:nvSpPr>
        <p:spPr>
          <a:xfrm>
            <a:off x="10152959" y="423312"/>
            <a:ext cx="1808854" cy="36512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Charge #1, 2, 5</a:t>
            </a:r>
          </a:p>
        </p:txBody>
      </p:sp>
    </p:spTree>
    <p:extLst>
      <p:ext uri="{BB962C8B-B14F-4D97-AF65-F5344CB8AC3E}">
        <p14:creationId xmlns:p14="http://schemas.microsoft.com/office/powerpoint/2010/main" val="3189240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C9DD9D-5F1E-6DDF-E44A-FBC02E5750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0018" y="6417678"/>
            <a:ext cx="432486" cy="365125"/>
          </a:xfrm>
        </p:spPr>
        <p:txBody>
          <a:bodyPr/>
          <a:lstStyle/>
          <a:p>
            <a:pPr algn="ctr"/>
            <a:fld id="{933A556B-7C63-244D-9B7C-B0EA8042B330}" type="slidenum">
              <a:rPr lang="en-US" smtClean="0"/>
              <a:pPr algn="ctr"/>
              <a:t>13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80A61A-CFB2-2C7C-7116-57F6B6E54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cs typeface="Arial"/>
              </a:rPr>
              <a:t>Technical Progress – LLRF Digitizer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7D17E5-107F-CE40-65A8-96AB2C8B1B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Arial"/>
              </a:rPr>
              <a:t>Remote IOC Controlling LLRF Digitizer</a:t>
            </a:r>
          </a:p>
          <a:p>
            <a:pPr lvl="1"/>
            <a:r>
              <a:rPr lang="en-US">
                <a:cs typeface="Arial"/>
              </a:rPr>
              <a:t>PscDrv packets between CPC and IOC</a:t>
            </a:r>
          </a:p>
          <a:p>
            <a:pPr lvl="1"/>
            <a:r>
              <a:rPr lang="en-US">
                <a:cs typeface="Arial"/>
              </a:rPr>
              <a:t>CPC reads/writes from shared memory</a:t>
            </a:r>
          </a:p>
          <a:p>
            <a:r>
              <a:rPr lang="en-US">
                <a:cs typeface="Arial"/>
              </a:rPr>
              <a:t>Phoebus UI for IOC</a:t>
            </a:r>
          </a:p>
          <a:p>
            <a:pPr lvl="1"/>
            <a:r>
              <a:rPr lang="en-US">
                <a:cs typeface="Arial"/>
              </a:rPr>
              <a:t>Generic get/set UI (top)</a:t>
            </a:r>
          </a:p>
          <a:p>
            <a:pPr lvl="1"/>
            <a:r>
              <a:rPr lang="en-US">
                <a:cs typeface="Arial"/>
              </a:rPr>
              <a:t>Formatted controller UI (bottom)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619FC0-EE86-E05E-2B2A-3F1E66357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7533" y="962025"/>
            <a:ext cx="4164453" cy="5550513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D8DD41D-16B8-1D84-4BF9-390DE68F0702}"/>
              </a:ext>
            </a:extLst>
          </p:cNvPr>
          <p:cNvSpPr/>
          <p:nvPr/>
        </p:nvSpPr>
        <p:spPr>
          <a:xfrm>
            <a:off x="10133909" y="336434"/>
            <a:ext cx="1827904" cy="404518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Charge #1, 2, 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3A9ED8-9F48-EA24-DEDF-A26E48A277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8146" y="3583304"/>
            <a:ext cx="3563937" cy="26489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B143CE-2FE4-F723-9325-C85F6BA895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963" y="3619500"/>
            <a:ext cx="2958729" cy="2583185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5E69318-BEAF-96BA-0E40-10CA6B47E6C2}"/>
              </a:ext>
            </a:extLst>
          </p:cNvPr>
          <p:cNvCxnSpPr>
            <a:cxnSpLocks/>
          </p:cNvCxnSpPr>
          <p:nvPr/>
        </p:nvCxnSpPr>
        <p:spPr>
          <a:xfrm flipV="1">
            <a:off x="3420692" y="2444750"/>
            <a:ext cx="4637458" cy="12255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025B8EF-674D-A2D9-8FE1-DB4876501736}"/>
              </a:ext>
            </a:extLst>
          </p:cNvPr>
          <p:cNvCxnSpPr>
            <a:cxnSpLocks/>
          </p:cNvCxnSpPr>
          <p:nvPr/>
        </p:nvCxnSpPr>
        <p:spPr>
          <a:xfrm>
            <a:off x="7289800" y="4698206"/>
            <a:ext cx="93494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0767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56353F-B5E0-8AC2-05A7-D82CF9584C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933A556B-7C63-244D-9B7C-B0EA8042B330}" type="slidenum">
              <a:rPr lang="en-US" smtClean="0"/>
              <a:pPr algn="ctr"/>
              <a:t>14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3BBFEA-2914-4EC9-26EF-9FFB31B93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Technical Progress – LLRF Digitizer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B481A3-830D-A694-581A-96DA48B4AD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Arial"/>
              </a:rPr>
              <a:t>Successfully Logged Digitizer Readback PVs </a:t>
            </a:r>
          </a:p>
          <a:p>
            <a:pPr lvl="1"/>
            <a:r>
              <a:rPr lang="en-US">
                <a:cs typeface="Arial"/>
              </a:rPr>
              <a:t>Entire Test data captured</a:t>
            </a:r>
          </a:p>
          <a:p>
            <a:pPr lvl="2"/>
            <a:r>
              <a:rPr lang="en-US">
                <a:cs typeface="Arial"/>
              </a:rPr>
              <a:t>March 10-24, 2026</a:t>
            </a:r>
          </a:p>
          <a:p>
            <a:pPr lvl="1"/>
            <a:r>
              <a:rPr lang="en-US">
                <a:cs typeface="Arial"/>
              </a:rPr>
              <a:t>Both slow data and snapshot data are logged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85119F-A3E3-EDEB-44E5-E9F3C0693B33}"/>
              </a:ext>
            </a:extLst>
          </p:cNvPr>
          <p:cNvSpPr/>
          <p:nvPr/>
        </p:nvSpPr>
        <p:spPr>
          <a:xfrm>
            <a:off x="10124384" y="297152"/>
            <a:ext cx="1837429" cy="47046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Charge #1, 2, 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25B785-CA46-3CDD-16F5-FB06F3D08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815" y="3435685"/>
            <a:ext cx="5686867" cy="22896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2ECA55F-8F15-2245-F34F-2D73EE3A56EB}"/>
              </a:ext>
            </a:extLst>
          </p:cNvPr>
          <p:cNvSpPr txBox="1"/>
          <p:nvPr/>
        </p:nvSpPr>
        <p:spPr>
          <a:xfrm>
            <a:off x="2014493" y="3527738"/>
            <a:ext cx="29181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Cavity Voltage (~ 220 kV)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B6B585-0145-61E5-0105-0826C4F81F87}"/>
              </a:ext>
            </a:extLst>
          </p:cNvPr>
          <p:cNvSpPr txBox="1"/>
          <p:nvPr/>
        </p:nvSpPr>
        <p:spPr>
          <a:xfrm>
            <a:off x="2014493" y="4548564"/>
            <a:ext cx="315190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Cavity Phase (100 degrees)</a:t>
            </a:r>
            <a:endParaRPr lang="en-US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A6C52E5F-4601-5455-4976-7CB2A4A36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8226" y="1110047"/>
            <a:ext cx="3944278" cy="5206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3C0CBD4-06E0-83B3-9B80-9C5DB578C523}"/>
              </a:ext>
            </a:extLst>
          </p:cNvPr>
          <p:cNvSpPr txBox="1"/>
          <p:nvPr/>
        </p:nvSpPr>
        <p:spPr>
          <a:xfrm>
            <a:off x="9248941" y="980968"/>
            <a:ext cx="1493026" cy="2539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50" b="1"/>
              <a:t>24.6MHz Loopback</a:t>
            </a:r>
            <a:endParaRPr lang="en-US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5B6C29-2045-34F1-023D-38188EB809BC}"/>
              </a:ext>
            </a:extLst>
          </p:cNvPr>
          <p:cNvSpPr txBox="1"/>
          <p:nvPr/>
        </p:nvSpPr>
        <p:spPr>
          <a:xfrm>
            <a:off x="9248442" y="2045931"/>
            <a:ext cx="1493026" cy="2539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50" b="1"/>
              <a:t>Raw Data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1315AE-8BE0-78D1-0312-A264F13C2F03}"/>
              </a:ext>
            </a:extLst>
          </p:cNvPr>
          <p:cNvSpPr txBox="1"/>
          <p:nvPr/>
        </p:nvSpPr>
        <p:spPr>
          <a:xfrm>
            <a:off x="9248940" y="2983662"/>
            <a:ext cx="1493026" cy="2539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50" b="1"/>
              <a:t>I</a:t>
            </a:r>
            <a:endParaRPr lang="en-US" b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EE99BC-0997-129B-2848-F6FDBBB32BEA}"/>
              </a:ext>
            </a:extLst>
          </p:cNvPr>
          <p:cNvSpPr txBox="1"/>
          <p:nvPr/>
        </p:nvSpPr>
        <p:spPr>
          <a:xfrm>
            <a:off x="9248941" y="4048626"/>
            <a:ext cx="1493026" cy="2539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50" b="1"/>
              <a:t>Q</a:t>
            </a:r>
            <a:endParaRPr lang="en-US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8EE940-F904-D85A-858D-753289BBF671}"/>
              </a:ext>
            </a:extLst>
          </p:cNvPr>
          <p:cNvSpPr txBox="1"/>
          <p:nvPr/>
        </p:nvSpPr>
        <p:spPr>
          <a:xfrm>
            <a:off x="9278012" y="5190066"/>
            <a:ext cx="1692743" cy="2539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050" b="1"/>
              <a:t>IQ After Low-Pass Filter</a:t>
            </a:r>
            <a:endParaRPr lang="en-US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23240A-E156-D2B0-4066-268AD3B4669E}"/>
              </a:ext>
            </a:extLst>
          </p:cNvPr>
          <p:cNvSpPr txBox="1"/>
          <p:nvPr/>
        </p:nvSpPr>
        <p:spPr>
          <a:xfrm>
            <a:off x="1494692" y="2835661"/>
            <a:ext cx="4574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CP LLRF Test with RHIC 197 MHz Cavity</a:t>
            </a:r>
          </a:p>
        </p:txBody>
      </p:sp>
    </p:spTree>
    <p:extLst>
      <p:ext uri="{BB962C8B-B14F-4D97-AF65-F5344CB8AC3E}">
        <p14:creationId xmlns:p14="http://schemas.microsoft.com/office/powerpoint/2010/main" val="2701246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620DC8-731B-1745-7493-9C446AA22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933A556B-7C63-244D-9B7C-B0EA8042B330}" type="slidenum">
              <a:rPr lang="en-US" smtClean="0"/>
              <a:pPr algn="ctr"/>
              <a:t>15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F238F2-6C46-D0E3-863A-A519318DC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EPICS Lessons Learned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AF6446-5C3A-2309-2F60-D12E4E2AFF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Arial"/>
              </a:rPr>
              <a:t>Large number of resources available for learning</a:t>
            </a:r>
          </a:p>
          <a:p>
            <a:pPr lvl="1"/>
            <a:r>
              <a:rPr lang="en-US">
                <a:cs typeface="Arial"/>
              </a:rPr>
              <a:t>USPAS courses readily available</a:t>
            </a:r>
          </a:p>
          <a:p>
            <a:r>
              <a:rPr lang="en-US">
                <a:cs typeface="Arial"/>
              </a:rPr>
              <a:t>Scripting PVs for large register maps important</a:t>
            </a:r>
            <a:endParaRPr lang="en-US"/>
          </a:p>
          <a:p>
            <a:pPr lvl="1"/>
            <a:r>
              <a:rPr lang="en-US">
                <a:cs typeface="Arial"/>
              </a:rPr>
              <a:t>Changes to map can shift many addresses</a:t>
            </a:r>
          </a:p>
          <a:p>
            <a:pPr lvl="1"/>
            <a:r>
              <a:rPr lang="en-US">
                <a:cs typeface="Arial"/>
              </a:rPr>
              <a:t>Manually shifting PV addresses tedious and time-consuming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9B01975-99F3-68CC-E2BB-601706ADFEEE}"/>
              </a:ext>
            </a:extLst>
          </p:cNvPr>
          <p:cNvSpPr/>
          <p:nvPr/>
        </p:nvSpPr>
        <p:spPr>
          <a:xfrm>
            <a:off x="10146856" y="444874"/>
            <a:ext cx="1815648" cy="349799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Charge #1, 2, 6</a:t>
            </a:r>
          </a:p>
        </p:txBody>
      </p:sp>
      <p:sp>
        <p:nvSpPr>
          <p:cNvPr id="5" name="TextBox 15">
            <a:extLst>
              <a:ext uri="{FF2B5EF4-FFF2-40B4-BE49-F238E27FC236}">
                <a16:creationId xmlns:a16="http://schemas.microsoft.com/office/drawing/2014/main" id="{551CEC82-512D-79C5-2CDA-7E22F3C6B0F2}"/>
              </a:ext>
            </a:extLst>
          </p:cNvPr>
          <p:cNvSpPr txBox="1"/>
          <p:nvPr/>
        </p:nvSpPr>
        <p:spPr>
          <a:xfrm>
            <a:off x="8049986" y="2525214"/>
            <a:ext cx="2096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highlight>
                  <a:srgbClr val="01ADDC"/>
                </a:highlight>
              </a:rPr>
              <a:t>[TALK #6 Mernick]</a:t>
            </a:r>
          </a:p>
          <a:p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4079815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DD2D45-8863-8C69-2FCA-F52178CC2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933A556B-7C63-244D-9B7C-B0EA8042B330}" type="slidenum">
              <a:rPr lang="en-US" smtClean="0"/>
              <a:pPr algn="ctr"/>
              <a:t>16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83401E-059A-798F-3245-27B069AAB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QC Plan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2468AD-6F85-DE0D-4FFA-3539FE5EE6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Developing on local copy of IOC</a:t>
            </a:r>
          </a:p>
          <a:p>
            <a:pPr lvl="1"/>
            <a:r>
              <a:rPr lang="en-US"/>
              <a:t>Confirming PVs work as expected before uploading to IOC server</a:t>
            </a:r>
          </a:p>
          <a:p>
            <a:pPr lvl="2"/>
            <a:r>
              <a:rPr lang="en-US"/>
              <a:t>EPICS is verbose with PV errors</a:t>
            </a:r>
          </a:p>
          <a:p>
            <a:pPr lvl="1"/>
            <a:r>
              <a:rPr lang="en-US"/>
              <a:t>Confirming Phoebus UI looks as expected</a:t>
            </a:r>
          </a:p>
          <a:p>
            <a:r>
              <a:rPr lang="en-US"/>
              <a:t>Git tracked IOC changes</a:t>
            </a:r>
          </a:p>
          <a:p>
            <a:pPr lvl="1"/>
            <a:r>
              <a:rPr lang="en-US"/>
              <a:t>Significant changes can be monitored</a:t>
            </a:r>
          </a:p>
          <a:p>
            <a:pPr lvl="1"/>
            <a:r>
              <a:rPr lang="en-US"/>
              <a:t>IOC revision can be rolled back for older digitizer firmware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1246315-66DD-6199-9CD9-F324068AD6E1}"/>
              </a:ext>
            </a:extLst>
          </p:cNvPr>
          <p:cNvSpPr/>
          <p:nvPr/>
        </p:nvSpPr>
        <p:spPr>
          <a:xfrm>
            <a:off x="10358323" y="412589"/>
            <a:ext cx="1603490" cy="359728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Charge #1, 6</a:t>
            </a:r>
          </a:p>
        </p:txBody>
      </p:sp>
    </p:spTree>
    <p:extLst>
      <p:ext uri="{BB962C8B-B14F-4D97-AF65-F5344CB8AC3E}">
        <p14:creationId xmlns:p14="http://schemas.microsoft.com/office/powerpoint/2010/main" val="4098283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F9C184-8EA7-2DDA-3355-0DDB361E05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933A556B-7C63-244D-9B7C-B0EA8042B330}" type="slidenum">
              <a:rPr lang="en-US" smtClean="0"/>
              <a:pPr algn="ctr"/>
              <a:t>17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122284-D61C-ED3E-F810-1378E928C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Path Forward and Summary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C74700-4E96-C451-A80A-970A33A41D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1963" y="981075"/>
            <a:ext cx="11425237" cy="50657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Arial"/>
              </a:rPr>
              <a:t>Path Forward</a:t>
            </a:r>
          </a:p>
          <a:p>
            <a:pPr lvl="1"/>
            <a:r>
              <a:rPr lang="en-US">
                <a:cs typeface="Arial"/>
              </a:rPr>
              <a:t>We are continuing to test the digitizer on a test setup in LLRF lab</a:t>
            </a:r>
          </a:p>
          <a:p>
            <a:pPr lvl="1"/>
            <a:r>
              <a:rPr lang="en-US">
                <a:cs typeface="Arial"/>
              </a:rPr>
              <a:t>Modifications to the IOC are being made to add required EPICS modules from Controls</a:t>
            </a:r>
          </a:p>
          <a:p>
            <a:pPr lvl="1"/>
            <a:r>
              <a:rPr lang="en-US">
                <a:cs typeface="Arial"/>
              </a:rPr>
              <a:t>Work is being done to port more LLRF algorithms for tests in RF Test Facility</a:t>
            </a:r>
          </a:p>
          <a:p>
            <a:r>
              <a:rPr lang="en-US"/>
              <a:t>We have made significant progress in EPICS development</a:t>
            </a:r>
          </a:p>
          <a:p>
            <a:pPr lvl="1"/>
            <a:r>
              <a:rPr lang="en-US"/>
              <a:t>LLRF Digitizer is EPICS controlled</a:t>
            </a:r>
          </a:p>
          <a:p>
            <a:r>
              <a:rPr lang="en-US"/>
              <a:t>We are migrating RHIC algorithms to Common Platform</a:t>
            </a:r>
            <a:endParaRPr lang="en-US">
              <a:cs typeface="Arial"/>
            </a:endParaRPr>
          </a:p>
          <a:p>
            <a:pPr lvl="1"/>
            <a:r>
              <a:rPr lang="en-US"/>
              <a:t>Program DSP has been migrated to Common Platform</a:t>
            </a:r>
          </a:p>
          <a:p>
            <a:r>
              <a:rPr lang="en-US"/>
              <a:t>We are ready to support an EPICS-controlled EIC, using Common Platform hardware</a:t>
            </a:r>
            <a:endParaRPr lang="en-US">
              <a:cs typeface="Arial"/>
            </a:endParaRPr>
          </a:p>
          <a:p>
            <a:endParaRPr lang="en-US"/>
          </a:p>
          <a:p>
            <a:r>
              <a:rPr lang="en-US"/>
              <a:t>Questions?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22BEDD0-50D3-510A-C0D3-8F30CD217F41}"/>
              </a:ext>
            </a:extLst>
          </p:cNvPr>
          <p:cNvSpPr/>
          <p:nvPr/>
        </p:nvSpPr>
        <p:spPr>
          <a:xfrm>
            <a:off x="10620375" y="376762"/>
            <a:ext cx="1342129" cy="397424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Charge #8</a:t>
            </a:r>
          </a:p>
        </p:txBody>
      </p:sp>
    </p:spTree>
    <p:extLst>
      <p:ext uri="{BB962C8B-B14F-4D97-AF65-F5344CB8AC3E}">
        <p14:creationId xmlns:p14="http://schemas.microsoft.com/office/powerpoint/2010/main" val="436946344"/>
      </p:ext>
    </p:extLst>
  </p:cSld>
  <p:clrMapOvr>
    <a:masterClrMapping/>
  </p:clrMapOvr>
</p:sld>
</file>

<file path=ppt/theme/theme1.xml><?xml version="1.0" encoding="utf-8"?>
<a:theme xmlns:a="http://schemas.openxmlformats.org/drawingml/2006/main" name="BNL">
  <a:themeElements>
    <a:clrScheme name="BNL_NSLS-II">
      <a:dk1>
        <a:srgbClr val="000000"/>
      </a:dk1>
      <a:lt1>
        <a:srgbClr val="FFFFFF"/>
      </a:lt1>
      <a:dk2>
        <a:srgbClr val="105B78"/>
      </a:dk2>
      <a:lt2>
        <a:srgbClr val="00ACDB"/>
      </a:lt2>
      <a:accent1>
        <a:srgbClr val="B2D33A"/>
      </a:accent1>
      <a:accent2>
        <a:srgbClr val="F68A1F"/>
      </a:accent2>
      <a:accent3>
        <a:srgbClr val="B62466"/>
      </a:accent3>
      <a:accent4>
        <a:srgbClr val="FFCC33"/>
      </a:accent4>
      <a:accent5>
        <a:srgbClr val="DA3525"/>
      </a:accent5>
      <a:accent6>
        <a:srgbClr val="50489D"/>
      </a:accent6>
      <a:hlink>
        <a:srgbClr val="4881C3"/>
      </a:hlink>
      <a:folHlink>
        <a:srgbClr val="24B574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 Template.pptx" id="{DB6D734E-BB37-674B-901B-2399B35085C7}" vid="{99678696-B00B-AA46-9759-1FE8045A2629}"/>
    </a:ext>
  </a:extLst>
</a:theme>
</file>

<file path=ppt/theme/theme2.xml><?xml version="1.0" encoding="utf-8"?>
<a:theme xmlns:a="http://schemas.openxmlformats.org/drawingml/2006/main" name="1_BNL">
  <a:themeElements>
    <a:clrScheme name="BNL_NSLS-II">
      <a:dk1>
        <a:srgbClr val="000000"/>
      </a:dk1>
      <a:lt1>
        <a:srgbClr val="FFFFFF"/>
      </a:lt1>
      <a:dk2>
        <a:srgbClr val="105B78"/>
      </a:dk2>
      <a:lt2>
        <a:srgbClr val="00ACDB"/>
      </a:lt2>
      <a:accent1>
        <a:srgbClr val="B2D33A"/>
      </a:accent1>
      <a:accent2>
        <a:srgbClr val="F68A1F"/>
      </a:accent2>
      <a:accent3>
        <a:srgbClr val="B62466"/>
      </a:accent3>
      <a:accent4>
        <a:srgbClr val="FFCC33"/>
      </a:accent4>
      <a:accent5>
        <a:srgbClr val="DA3525"/>
      </a:accent5>
      <a:accent6>
        <a:srgbClr val="50489D"/>
      </a:accent6>
      <a:hlink>
        <a:srgbClr val="4881C3"/>
      </a:hlink>
      <a:folHlink>
        <a:srgbClr val="24B574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40B03456-9B8D-484F-87DB-076ADB43E9F3}" vid="{D3F09972-1605-9348-86B6-2FB56E667A3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resenter xmlns="3d20bb5b-8f2d-40ba-9a11-048b4f05bd17">
      <UserInfo>
        <DisplayName/>
        <AccountId xsi:nil="true"/>
        <AccountType/>
      </UserInfo>
    </Presenter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Review Presentation" ma:contentTypeID="0x010100334C119A7B7AAD4B8531CC12C18B34A102004DDFA9EDC150F64AA447ECF4868636F9" ma:contentTypeVersion="" ma:contentTypeDescription="" ma:contentTypeScope="" ma:versionID="b68a81b5ccef83c1ee101d9aed1dcf54">
  <xsd:schema xmlns:xsd="http://www.w3.org/2001/XMLSchema" xmlns:xs="http://www.w3.org/2001/XMLSchema" xmlns:p="http://schemas.microsoft.com/office/2006/metadata/properties" xmlns:ns2="3d20bb5b-8f2d-40ba-9a11-048b4f05bd17" targetNamespace="http://schemas.microsoft.com/office/2006/metadata/properties" ma:root="true" ma:fieldsID="3fc4fc15217f1704f555b24147747e74" ns2:_="">
    <xsd:import namespace="3d20bb5b-8f2d-40ba-9a11-048b4f05bd17"/>
    <xsd:element name="properties">
      <xsd:complexType>
        <xsd:sequence>
          <xsd:element name="documentManagement">
            <xsd:complexType>
              <xsd:all>
                <xsd:element ref="ns2:Present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20bb5b-8f2d-40ba-9a11-048b4f05bd17" elementFormDefault="qualified">
    <xsd:import namespace="http://schemas.microsoft.com/office/2006/documentManagement/types"/>
    <xsd:import namespace="http://schemas.microsoft.com/office/infopath/2007/PartnerControls"/>
    <xsd:element name="Presenter" ma:index="8" nillable="true" ma:displayName="Presenter" ma:list="UserInfo" ma:internalName="Present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65637A3-DEB1-4C7D-9F81-D2184D65C3B4}">
  <ds:schemaRefs>
    <ds:schemaRef ds:uri="361A9584-8FC7-46B8-8729-79079F85DA32"/>
    <ds:schemaRef ds:uri="361a9584-8fc7-46b8-8729-79079f85da3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87AAC06-3B09-49BB-970D-90369CE2E31F}"/>
</file>

<file path=customXml/itemProps3.xml><?xml version="1.0" encoding="utf-8"?>
<ds:datastoreItem xmlns:ds="http://schemas.openxmlformats.org/officeDocument/2006/customXml" ds:itemID="{0F209D19-ECD3-440E-A44C-BD3D2F26689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9561e60-dc75-4c28-a1c9-2e8d8870196b}" enabled="0" method="" siteId="{89561e60-dc75-4c28-a1c9-2e8d8870196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BNL</Template>
  <Application>Microsoft Office PowerPoint</Application>
  <PresentationFormat>Widescreen</PresentationFormat>
  <Slides>17</Slides>
  <Notes>6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BNL</vt:lpstr>
      <vt:lpstr>1_BNL</vt:lpstr>
      <vt:lpstr>EPICS and Software</vt:lpstr>
      <vt:lpstr>Charge Questions</vt:lpstr>
      <vt:lpstr>Recommendations and Comments Addressed</vt:lpstr>
      <vt:lpstr>Outline</vt:lpstr>
      <vt:lpstr>Software Scope</vt:lpstr>
      <vt:lpstr>Common Platform</vt:lpstr>
      <vt:lpstr>Design Flow – Vitis </vt:lpstr>
      <vt:lpstr>Design Flow – EPICS </vt:lpstr>
      <vt:lpstr>Design Flow – DesyRDL Templates</vt:lpstr>
      <vt:lpstr>Design Flow – Build Environment</vt:lpstr>
      <vt:lpstr>Software Block Diagram</vt:lpstr>
      <vt:lpstr>Technical Progress – Algorithm Porting</vt:lpstr>
      <vt:lpstr>Technical Progress – LLRF Digitizer</vt:lpstr>
      <vt:lpstr>Technical Progress – LLRF Digitizer</vt:lpstr>
      <vt:lpstr>EPICS Lessons Learned</vt:lpstr>
      <vt:lpstr>QC Plan</vt:lpstr>
      <vt:lpstr>Path Forward and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Verdu Andres, Silvia</dc:creator>
  <cp:keywords/>
  <dc:description/>
  <cp:revision>1</cp:revision>
  <dcterms:created xsi:type="dcterms:W3CDTF">2025-05-26T22:03:26Z</dcterms:created>
  <dcterms:modified xsi:type="dcterms:W3CDTF">2026-04-14T18:38:41Z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0x010100334C119A7B7AAD4B8531CC12C18B34A102004DDFA9EDC150F64AA447ECF4868636F9</vt:lpwstr>
  </property>
  <property fmtid="{D5CDD505-2E9C-101B-9397-08002B2CF9AE}" pid="3" name="MediaServiceImageTags">
    <vt:lpwstr/>
  </property>
  <property fmtid="{D5CDD505-2E9C-101B-9397-08002B2CF9AE}" pid="4" name="Order">
    <vt:r8>41700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EndDate">
    <vt:lpwstr>S. Notaro</vt:lpwstr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Status">
    <vt:lpwstr>Ready to Post</vt:lpwstr>
  </property>
  <property fmtid="{D5CDD505-2E9C-101B-9397-08002B2CF9AE}" pid="13" name="AssignedTo">
    <vt:lpwstr/>
  </property>
</Properties>
</file>